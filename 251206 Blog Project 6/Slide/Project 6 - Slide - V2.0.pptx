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60" r:id="rId5"/>
    <p:sldId id="259" r:id="rId6"/>
    <p:sldId id="311" r:id="rId7"/>
    <p:sldId id="261" r:id="rId8"/>
    <p:sldId id="298" r:id="rId9"/>
    <p:sldId id="323" r:id="rId10"/>
    <p:sldId id="299" r:id="rId11"/>
    <p:sldId id="322" r:id="rId12"/>
    <p:sldId id="300" r:id="rId13"/>
    <p:sldId id="325" r:id="rId14"/>
    <p:sldId id="326" r:id="rId15"/>
    <p:sldId id="327" r:id="rId16"/>
    <p:sldId id="328" r:id="rId17"/>
    <p:sldId id="329" r:id="rId18"/>
    <p:sldId id="331" r:id="rId19"/>
    <p:sldId id="330" r:id="rId20"/>
    <p:sldId id="332" r:id="rId21"/>
    <p:sldId id="333" r:id="rId22"/>
    <p:sldId id="334" r:id="rId23"/>
    <p:sldId id="303" r:id="rId24"/>
    <p:sldId id="306" r:id="rId25"/>
    <p:sldId id="309" r:id="rId26"/>
    <p:sldId id="324" r:id="rId27"/>
    <p:sldId id="312" r:id="rId28"/>
    <p:sldId id="270" r:id="rId29"/>
    <p:sldId id="275" r:id="rId30"/>
  </p:sldIdLst>
  <p:sldSz cx="9144000" cy="5143500" type="screen16x9"/>
  <p:notesSz cx="6858000" cy="9144000"/>
  <p:embeddedFontLst>
    <p:embeddedFont>
      <p:font typeface="Anaheim" panose="020B0604020202020204" charset="0"/>
      <p:regular r:id="rId33"/>
      <p:bold r:id="rId34"/>
    </p:embeddedFont>
    <p:embeddedFont>
      <p:font typeface="Barlow" panose="00000500000000000000" pitchFamily="2" charset="0"/>
      <p:regular r:id="rId35"/>
      <p:bold r:id="rId36"/>
      <p:italic r:id="rId37"/>
      <p:boldItalic r:id="rId38"/>
    </p:embeddedFont>
    <p:embeddedFont>
      <p:font typeface="Be Vietnam Pro" panose="020B0604020202020204" charset="0"/>
      <p:regular r:id="rId39"/>
      <p:bold r:id="rId40"/>
      <p:italic r:id="rId41"/>
      <p:boldItalic r:id="rId42"/>
    </p:embeddedFont>
    <p:embeddedFont>
      <p:font typeface="Hind" panose="02000000000000000000" pitchFamily="2" charset="0"/>
      <p:regular r:id="rId43"/>
      <p:bold r:id="rId44"/>
    </p:embeddedFont>
    <p:embeddedFont>
      <p:font typeface="Nunito Light" pitchFamily="2" charset="0"/>
      <p:regular r:id="rId45"/>
      <p:italic r:id="rId46"/>
    </p:embeddedFont>
    <p:embeddedFont>
      <p:font typeface="Open Sans" panose="020B0606030504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64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165EDF-76AB-4C10-8460-EC4A49FBC318}" v="16" dt="2025-12-15T11:45:01.889"/>
  </p1510:revLst>
</p1510:revInfo>
</file>

<file path=ppt/tableStyles.xml><?xml version="1.0" encoding="utf-8"?>
<a:tblStyleLst xmlns:a="http://schemas.openxmlformats.org/drawingml/2006/main" def="{B3B65CD8-8539-42AB-ADBC-3786C9922BD9}">
  <a:tblStyle styleId="{B3B65CD8-8539-42AB-ADBC-3786C9922B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9706B2-DB7D-4CDB-9B06-D00A037910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816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Õ HOÀNG" userId="54c7ec32-bd36-43d6-add0-ea1ecab4d432" providerId="ADAL" clId="{F6DEAC63-BAD2-4D9C-9E5C-5FEA78C038DD}"/>
    <pc:docChg chg="undo custSel addSld delSld modSld sldOrd">
      <pc:chgData name="VÕ HOÀNG" userId="54c7ec32-bd36-43d6-add0-ea1ecab4d432" providerId="ADAL" clId="{F6DEAC63-BAD2-4D9C-9E5C-5FEA78C038DD}" dt="2025-12-15T13:55:21.934" v="879" actId="1076"/>
      <pc:docMkLst>
        <pc:docMk/>
      </pc:docMkLst>
      <pc:sldChg chg="ord">
        <pc:chgData name="VÕ HOÀNG" userId="54c7ec32-bd36-43d6-add0-ea1ecab4d432" providerId="ADAL" clId="{F6DEAC63-BAD2-4D9C-9E5C-5FEA78C038DD}" dt="2025-12-15T04:34:25.190" v="1"/>
        <pc:sldMkLst>
          <pc:docMk/>
          <pc:sldMk cId="0" sldId="257"/>
        </pc:sldMkLst>
      </pc:sldChg>
      <pc:sldChg chg="addSp delSp modSp mod">
        <pc:chgData name="VÕ HOÀNG" userId="54c7ec32-bd36-43d6-add0-ea1ecab4d432" providerId="ADAL" clId="{F6DEAC63-BAD2-4D9C-9E5C-5FEA78C038DD}" dt="2025-12-15T11:13:51.214" v="28" actId="20577"/>
        <pc:sldMkLst>
          <pc:docMk/>
          <pc:sldMk cId="0" sldId="258"/>
        </pc:sldMkLst>
        <pc:spChg chg="mod">
          <ac:chgData name="VÕ HOÀNG" userId="54c7ec32-bd36-43d6-add0-ea1ecab4d432" providerId="ADAL" clId="{F6DEAC63-BAD2-4D9C-9E5C-5FEA78C038DD}" dt="2025-12-15T11:13:15.164" v="16" actId="20577"/>
          <ac:spMkLst>
            <pc:docMk/>
            <pc:sldMk cId="0" sldId="258"/>
            <ac:spMk id="2" creationId="{DFC15DCC-53E3-C7C3-8F90-E38BABC18F91}"/>
          </ac:spMkLst>
        </pc:spChg>
        <pc:spChg chg="mod">
          <ac:chgData name="VÕ HOÀNG" userId="54c7ec32-bd36-43d6-add0-ea1ecab4d432" providerId="ADAL" clId="{F6DEAC63-BAD2-4D9C-9E5C-5FEA78C038DD}" dt="2025-12-15T11:13:07.418" v="10" actId="1076"/>
          <ac:spMkLst>
            <pc:docMk/>
            <pc:sldMk cId="0" sldId="258"/>
            <ac:spMk id="3" creationId="{01562F64-9689-53DD-5140-E15A261BB74C}"/>
          </ac:spMkLst>
        </pc:spChg>
        <pc:spChg chg="add del mod">
          <ac:chgData name="VÕ HOÀNG" userId="54c7ec32-bd36-43d6-add0-ea1ecab4d432" providerId="ADAL" clId="{F6DEAC63-BAD2-4D9C-9E5C-5FEA78C038DD}" dt="2025-12-15T11:12:55.534" v="8" actId="21"/>
          <ac:spMkLst>
            <pc:docMk/>
            <pc:sldMk cId="0" sldId="258"/>
            <ac:spMk id="5" creationId="{01A04722-6D0B-C251-3871-597C94E751D1}"/>
          </ac:spMkLst>
        </pc:spChg>
        <pc:spChg chg="add del mod">
          <ac:chgData name="VÕ HOÀNG" userId="54c7ec32-bd36-43d6-add0-ea1ecab4d432" providerId="ADAL" clId="{F6DEAC63-BAD2-4D9C-9E5C-5FEA78C038DD}" dt="2025-12-15T11:12:59.594" v="9" actId="21"/>
          <ac:spMkLst>
            <pc:docMk/>
            <pc:sldMk cId="0" sldId="258"/>
            <ac:spMk id="7" creationId="{D8BFE141-53C1-765A-5C22-591C47035E06}"/>
          </ac:spMkLst>
        </pc:spChg>
        <pc:spChg chg="del mod">
          <ac:chgData name="VÕ HOÀNG" userId="54c7ec32-bd36-43d6-add0-ea1ecab4d432" providerId="ADAL" clId="{F6DEAC63-BAD2-4D9C-9E5C-5FEA78C038DD}" dt="2025-12-15T11:12:48.883" v="6" actId="478"/>
          <ac:spMkLst>
            <pc:docMk/>
            <pc:sldMk cId="0" sldId="258"/>
            <ac:spMk id="1622" creationId="{00000000-0000-0000-0000-000000000000}"/>
          </ac:spMkLst>
        </pc:spChg>
        <pc:spChg chg="mod">
          <ac:chgData name="VÕ HOÀNG" userId="54c7ec32-bd36-43d6-add0-ea1ecab4d432" providerId="ADAL" clId="{F6DEAC63-BAD2-4D9C-9E5C-5FEA78C038DD}" dt="2025-12-15T11:13:12.091" v="14" actId="20577"/>
          <ac:spMkLst>
            <pc:docMk/>
            <pc:sldMk cId="0" sldId="258"/>
            <ac:spMk id="1624" creationId="{00000000-0000-0000-0000-000000000000}"/>
          </ac:spMkLst>
        </pc:spChg>
        <pc:spChg chg="mod">
          <ac:chgData name="VÕ HOÀNG" userId="54c7ec32-bd36-43d6-add0-ea1ecab4d432" providerId="ADAL" clId="{F6DEAC63-BAD2-4D9C-9E5C-5FEA78C038DD}" dt="2025-12-15T11:13:51.214" v="28" actId="20577"/>
          <ac:spMkLst>
            <pc:docMk/>
            <pc:sldMk cId="0" sldId="258"/>
            <ac:spMk id="1628" creationId="{00000000-0000-0000-0000-000000000000}"/>
          </ac:spMkLst>
        </pc:spChg>
        <pc:spChg chg="del">
          <ac:chgData name="VÕ HOÀNG" userId="54c7ec32-bd36-43d6-add0-ea1ecab4d432" providerId="ADAL" clId="{F6DEAC63-BAD2-4D9C-9E5C-5FEA78C038DD}" dt="2025-12-15T11:12:46.680" v="4" actId="478"/>
          <ac:spMkLst>
            <pc:docMk/>
            <pc:sldMk cId="0" sldId="258"/>
            <ac:spMk id="1630" creationId="{00000000-0000-0000-0000-000000000000}"/>
          </ac:spMkLst>
        </pc:spChg>
        <pc:spChg chg="mod">
          <ac:chgData name="VÕ HOÀNG" userId="54c7ec32-bd36-43d6-add0-ea1ecab4d432" providerId="ADAL" clId="{F6DEAC63-BAD2-4D9C-9E5C-5FEA78C038DD}" dt="2025-12-15T11:13:07.418" v="10" actId="1076"/>
          <ac:spMkLst>
            <pc:docMk/>
            <pc:sldMk cId="0" sldId="258"/>
            <ac:spMk id="1631" creationId="{00000000-0000-0000-0000-000000000000}"/>
          </ac:spMkLst>
        </pc:spChg>
      </pc:sldChg>
      <pc:sldChg chg="modSp mod">
        <pc:chgData name="VÕ HOÀNG" userId="54c7ec32-bd36-43d6-add0-ea1ecab4d432" providerId="ADAL" clId="{F6DEAC63-BAD2-4D9C-9E5C-5FEA78C038DD}" dt="2025-12-15T11:14:04.951" v="45" actId="20577"/>
        <pc:sldMkLst>
          <pc:docMk/>
          <pc:sldMk cId="262693283" sldId="298"/>
        </pc:sldMkLst>
        <pc:spChg chg="mod">
          <ac:chgData name="VÕ HOÀNG" userId="54c7ec32-bd36-43d6-add0-ea1ecab4d432" providerId="ADAL" clId="{F6DEAC63-BAD2-4D9C-9E5C-5FEA78C038DD}" dt="2025-12-15T11:14:04.951" v="45" actId="20577"/>
          <ac:spMkLst>
            <pc:docMk/>
            <pc:sldMk cId="262693283" sldId="298"/>
            <ac:spMk id="1644" creationId="{A9BA0897-7506-8BA4-8A95-B169C97925CC}"/>
          </ac:spMkLst>
        </pc:spChg>
      </pc:sldChg>
      <pc:sldChg chg="ord">
        <pc:chgData name="VÕ HOÀNG" userId="54c7ec32-bd36-43d6-add0-ea1ecab4d432" providerId="ADAL" clId="{F6DEAC63-BAD2-4D9C-9E5C-5FEA78C038DD}" dt="2025-12-15T11:19:03.245" v="86"/>
        <pc:sldMkLst>
          <pc:docMk/>
          <pc:sldMk cId="919983751" sldId="299"/>
        </pc:sldMkLst>
      </pc:sldChg>
      <pc:sldChg chg="addSp delSp modSp mod">
        <pc:chgData name="VÕ HOÀNG" userId="54c7ec32-bd36-43d6-add0-ea1ecab4d432" providerId="ADAL" clId="{F6DEAC63-BAD2-4D9C-9E5C-5FEA78C038DD}" dt="2025-12-15T11:36:21.390" v="494" actId="1076"/>
        <pc:sldMkLst>
          <pc:docMk/>
          <pc:sldMk cId="11230666" sldId="300"/>
        </pc:sldMkLst>
        <pc:spChg chg="add del mod">
          <ac:chgData name="VÕ HOÀNG" userId="54c7ec32-bd36-43d6-add0-ea1ecab4d432" providerId="ADAL" clId="{F6DEAC63-BAD2-4D9C-9E5C-5FEA78C038DD}" dt="2025-12-15T11:25:17.582" v="435" actId="21"/>
          <ac:spMkLst>
            <pc:docMk/>
            <pc:sldMk cId="11230666" sldId="300"/>
            <ac:spMk id="3" creationId="{E647A192-4B5A-5D5A-C793-EE25AFA87CE4}"/>
          </ac:spMkLst>
        </pc:spChg>
        <pc:spChg chg="add del mod">
          <ac:chgData name="VÕ HOÀNG" userId="54c7ec32-bd36-43d6-add0-ea1ecab4d432" providerId="ADAL" clId="{F6DEAC63-BAD2-4D9C-9E5C-5FEA78C038DD}" dt="2025-12-15T11:25:17.582" v="435" actId="21"/>
          <ac:spMkLst>
            <pc:docMk/>
            <pc:sldMk cId="11230666" sldId="300"/>
            <ac:spMk id="7" creationId="{A65F08AB-777F-A696-B059-515B493A2199}"/>
          </ac:spMkLst>
        </pc:spChg>
        <pc:spChg chg="add del mod">
          <ac:chgData name="VÕ HOÀNG" userId="54c7ec32-bd36-43d6-add0-ea1ecab4d432" providerId="ADAL" clId="{F6DEAC63-BAD2-4D9C-9E5C-5FEA78C038DD}" dt="2025-12-15T11:25:17.582" v="435" actId="21"/>
          <ac:spMkLst>
            <pc:docMk/>
            <pc:sldMk cId="11230666" sldId="300"/>
            <ac:spMk id="13" creationId="{48B6BFFC-F6D9-574F-2AD3-CC18DCD151CA}"/>
          </ac:spMkLst>
        </pc:spChg>
        <pc:spChg chg="add del mod">
          <ac:chgData name="VÕ HOÀNG" userId="54c7ec32-bd36-43d6-add0-ea1ecab4d432" providerId="ADAL" clId="{F6DEAC63-BAD2-4D9C-9E5C-5FEA78C038DD}" dt="2025-12-15T11:25:17.582" v="435" actId="21"/>
          <ac:spMkLst>
            <pc:docMk/>
            <pc:sldMk cId="11230666" sldId="300"/>
            <ac:spMk id="33" creationId="{BD54F00B-C365-E9AC-C063-629808DCA36C}"/>
          </ac:spMkLst>
        </pc:spChg>
        <pc:spChg chg="add del mod">
          <ac:chgData name="VÕ HOÀNG" userId="54c7ec32-bd36-43d6-add0-ea1ecab4d432" providerId="ADAL" clId="{F6DEAC63-BAD2-4D9C-9E5C-5FEA78C038DD}" dt="2025-12-15T11:25:26.298" v="437" actId="21"/>
          <ac:spMkLst>
            <pc:docMk/>
            <pc:sldMk cId="11230666" sldId="300"/>
            <ac:spMk id="37" creationId="{5E11536D-3814-E1AF-5405-FFF4B36B8F94}"/>
          </ac:spMkLst>
        </pc:spChg>
        <pc:spChg chg="del">
          <ac:chgData name="VÕ HOÀNG" userId="54c7ec32-bd36-43d6-add0-ea1ecab4d432" providerId="ADAL" clId="{F6DEAC63-BAD2-4D9C-9E5C-5FEA78C038DD}" dt="2025-12-15T11:25:30.207" v="438" actId="21"/>
          <ac:spMkLst>
            <pc:docMk/>
            <pc:sldMk cId="11230666" sldId="300"/>
            <ac:spMk id="39" creationId="{3D47A740-3FAD-52B6-640C-CA031D34C906}"/>
          </ac:spMkLst>
        </pc:spChg>
        <pc:spChg chg="add del mod">
          <ac:chgData name="VÕ HOÀNG" userId="54c7ec32-bd36-43d6-add0-ea1ecab4d432" providerId="ADAL" clId="{F6DEAC63-BAD2-4D9C-9E5C-5FEA78C038DD}" dt="2025-12-15T11:25:30.207" v="438" actId="21"/>
          <ac:spMkLst>
            <pc:docMk/>
            <pc:sldMk cId="11230666" sldId="300"/>
            <ac:spMk id="41" creationId="{D7936458-B434-A4A3-A1B9-953AFD328882}"/>
          </ac:spMkLst>
        </pc:spChg>
        <pc:spChg chg="add del mod">
          <ac:chgData name="VÕ HOÀNG" userId="54c7ec32-bd36-43d6-add0-ea1ecab4d432" providerId="ADAL" clId="{F6DEAC63-BAD2-4D9C-9E5C-5FEA78C038DD}" dt="2025-12-15T11:25:26.298" v="437" actId="21"/>
          <ac:spMkLst>
            <pc:docMk/>
            <pc:sldMk cId="11230666" sldId="300"/>
            <ac:spMk id="43" creationId="{CC47A6ED-6A8B-D7E8-8CC1-88D5B361A7AE}"/>
          </ac:spMkLst>
        </pc:spChg>
        <pc:spChg chg="add del mod">
          <ac:chgData name="VÕ HOÀNG" userId="54c7ec32-bd36-43d6-add0-ea1ecab4d432" providerId="ADAL" clId="{F6DEAC63-BAD2-4D9C-9E5C-5FEA78C038DD}" dt="2025-12-15T11:25:30.207" v="438" actId="21"/>
          <ac:spMkLst>
            <pc:docMk/>
            <pc:sldMk cId="11230666" sldId="300"/>
            <ac:spMk id="45" creationId="{8AE06B0C-5F31-2015-D801-C2D209B3B054}"/>
          </ac:spMkLst>
        </pc:spChg>
        <pc:spChg chg="del">
          <ac:chgData name="VÕ HOÀNG" userId="54c7ec32-bd36-43d6-add0-ea1ecab4d432" providerId="ADAL" clId="{F6DEAC63-BAD2-4D9C-9E5C-5FEA78C038DD}" dt="2025-12-15T11:25:30.207" v="438" actId="21"/>
          <ac:spMkLst>
            <pc:docMk/>
            <pc:sldMk cId="11230666" sldId="300"/>
            <ac:spMk id="47" creationId="{8B855D3D-9488-DCEB-C3B4-793B307D5CE7}"/>
          </ac:spMkLst>
        </pc:spChg>
        <pc:spChg chg="del">
          <ac:chgData name="VÕ HOÀNG" userId="54c7ec32-bd36-43d6-add0-ea1ecab4d432" providerId="ADAL" clId="{F6DEAC63-BAD2-4D9C-9E5C-5FEA78C038DD}" dt="2025-12-15T11:25:26.298" v="437" actId="21"/>
          <ac:spMkLst>
            <pc:docMk/>
            <pc:sldMk cId="11230666" sldId="300"/>
            <ac:spMk id="49" creationId="{A04CC433-0049-62A8-10CA-7948C733AE18}"/>
          </ac:spMkLst>
        </pc:spChg>
        <pc:spChg chg="del">
          <ac:chgData name="VÕ HOÀNG" userId="54c7ec32-bd36-43d6-add0-ea1ecab4d432" providerId="ADAL" clId="{F6DEAC63-BAD2-4D9C-9E5C-5FEA78C038DD}" dt="2025-12-15T11:25:26.298" v="437" actId="21"/>
          <ac:spMkLst>
            <pc:docMk/>
            <pc:sldMk cId="11230666" sldId="300"/>
            <ac:spMk id="51" creationId="{3A6A556F-F7AF-D58C-F896-F1D911E43BB6}"/>
          </ac:spMkLst>
        </pc:spChg>
        <pc:spChg chg="add del mod">
          <ac:chgData name="VÕ HOÀNG" userId="54c7ec32-bd36-43d6-add0-ea1ecab4d432" providerId="ADAL" clId="{F6DEAC63-BAD2-4D9C-9E5C-5FEA78C038DD}" dt="2025-12-15T11:25:30.207" v="438" actId="21"/>
          <ac:spMkLst>
            <pc:docMk/>
            <pc:sldMk cId="11230666" sldId="300"/>
            <ac:spMk id="53" creationId="{A157383A-1D31-0BC8-BE95-90A7BD9BD60F}"/>
          </ac:spMkLst>
        </pc:spChg>
        <pc:spChg chg="add del mod">
          <ac:chgData name="VÕ HOÀNG" userId="54c7ec32-bd36-43d6-add0-ea1ecab4d432" providerId="ADAL" clId="{F6DEAC63-BAD2-4D9C-9E5C-5FEA78C038DD}" dt="2025-12-15T11:25:30.207" v="438" actId="21"/>
          <ac:spMkLst>
            <pc:docMk/>
            <pc:sldMk cId="11230666" sldId="300"/>
            <ac:spMk id="55" creationId="{E19418A6-B717-F891-A3D3-17A9E96DE437}"/>
          </ac:spMkLst>
        </pc:spChg>
        <pc:spChg chg="mod">
          <ac:chgData name="VÕ HOÀNG" userId="54c7ec32-bd36-43d6-add0-ea1ecab4d432" providerId="ADAL" clId="{F6DEAC63-BAD2-4D9C-9E5C-5FEA78C038DD}" dt="2025-12-15T11:25:49.103" v="484" actId="20577"/>
          <ac:spMkLst>
            <pc:docMk/>
            <pc:sldMk cId="11230666" sldId="300"/>
            <ac:spMk id="1821" creationId="{1B47DBBB-3F3A-27A6-B679-2AEE87791FBE}"/>
          </ac:spMkLst>
        </pc:spChg>
        <pc:spChg chg="del">
          <ac:chgData name="VÕ HOÀNG" userId="54c7ec32-bd36-43d6-add0-ea1ecab4d432" providerId="ADAL" clId="{F6DEAC63-BAD2-4D9C-9E5C-5FEA78C038DD}" dt="2025-12-15T11:25:26.298" v="437" actId="21"/>
          <ac:spMkLst>
            <pc:docMk/>
            <pc:sldMk cId="11230666" sldId="300"/>
            <ac:spMk id="1822" creationId="{CF63FEF7-6F3B-1DE8-BF2E-0150A63BA142}"/>
          </ac:spMkLst>
        </pc:spChg>
        <pc:spChg chg="add del">
          <ac:chgData name="VÕ HOÀNG" userId="54c7ec32-bd36-43d6-add0-ea1ecab4d432" providerId="ADAL" clId="{F6DEAC63-BAD2-4D9C-9E5C-5FEA78C038DD}" dt="2025-12-15T11:25:19.110" v="436" actId="478"/>
          <ac:spMkLst>
            <pc:docMk/>
            <pc:sldMk cId="11230666" sldId="300"/>
            <ac:spMk id="1823" creationId="{5CFCB29A-BCE2-CE83-DEED-BEB14A95A7FD}"/>
          </ac:spMkLst>
        </pc:spChg>
        <pc:spChg chg="add del">
          <ac:chgData name="VÕ HOÀNG" userId="54c7ec32-bd36-43d6-add0-ea1ecab4d432" providerId="ADAL" clId="{F6DEAC63-BAD2-4D9C-9E5C-5FEA78C038DD}" dt="2025-12-15T11:25:19.110" v="436" actId="478"/>
          <ac:spMkLst>
            <pc:docMk/>
            <pc:sldMk cId="11230666" sldId="300"/>
            <ac:spMk id="1825" creationId="{B5DF7E61-457E-14C7-663B-DE0537FC51D5}"/>
          </ac:spMkLst>
        </pc:spChg>
        <pc:spChg chg="del">
          <ac:chgData name="VÕ HOÀNG" userId="54c7ec32-bd36-43d6-add0-ea1ecab4d432" providerId="ADAL" clId="{F6DEAC63-BAD2-4D9C-9E5C-5FEA78C038DD}" dt="2025-12-15T11:25:26.298" v="437" actId="21"/>
          <ac:spMkLst>
            <pc:docMk/>
            <pc:sldMk cId="11230666" sldId="300"/>
            <ac:spMk id="1826" creationId="{A7C60F7D-7722-332B-A331-453DDFF0AC71}"/>
          </ac:spMkLst>
        </pc:spChg>
        <pc:spChg chg="add del">
          <ac:chgData name="VÕ HOÀNG" userId="54c7ec32-bd36-43d6-add0-ea1ecab4d432" providerId="ADAL" clId="{F6DEAC63-BAD2-4D9C-9E5C-5FEA78C038DD}" dt="2025-12-15T11:25:19.110" v="436" actId="478"/>
          <ac:spMkLst>
            <pc:docMk/>
            <pc:sldMk cId="11230666" sldId="300"/>
            <ac:spMk id="1827" creationId="{02F16EBC-6711-3D98-A807-3A638A24A375}"/>
          </ac:spMkLst>
        </pc:spChg>
        <pc:spChg chg="add del">
          <ac:chgData name="VÕ HOÀNG" userId="54c7ec32-bd36-43d6-add0-ea1ecab4d432" providerId="ADAL" clId="{F6DEAC63-BAD2-4D9C-9E5C-5FEA78C038DD}" dt="2025-12-15T11:25:19.110" v="436" actId="478"/>
          <ac:spMkLst>
            <pc:docMk/>
            <pc:sldMk cId="11230666" sldId="300"/>
            <ac:spMk id="1828" creationId="{DF607C6D-D946-5C88-0CCE-E0E1F832037B}"/>
          </ac:spMkLst>
        </pc:spChg>
        <pc:spChg chg="add del">
          <ac:chgData name="VÕ HOÀNG" userId="54c7ec32-bd36-43d6-add0-ea1ecab4d432" providerId="ADAL" clId="{F6DEAC63-BAD2-4D9C-9E5C-5FEA78C038DD}" dt="2025-12-15T11:25:19.110" v="436" actId="478"/>
          <ac:spMkLst>
            <pc:docMk/>
            <pc:sldMk cId="11230666" sldId="300"/>
            <ac:spMk id="1829" creationId="{3AD37EBE-D36B-319D-0250-187E22E7AE13}"/>
          </ac:spMkLst>
        </pc:spChg>
        <pc:spChg chg="add del">
          <ac:chgData name="VÕ HOÀNG" userId="54c7ec32-bd36-43d6-add0-ea1ecab4d432" providerId="ADAL" clId="{F6DEAC63-BAD2-4D9C-9E5C-5FEA78C038DD}" dt="2025-12-15T11:25:19.110" v="436" actId="478"/>
          <ac:spMkLst>
            <pc:docMk/>
            <pc:sldMk cId="11230666" sldId="300"/>
            <ac:spMk id="1832" creationId="{A77002C3-D02B-5FD4-2F5F-3B880BDFC782}"/>
          </ac:spMkLst>
        </pc:spChg>
        <pc:picChg chg="add mod">
          <ac:chgData name="VÕ HOÀNG" userId="54c7ec32-bd36-43d6-add0-ea1ecab4d432" providerId="ADAL" clId="{F6DEAC63-BAD2-4D9C-9E5C-5FEA78C038DD}" dt="2025-12-15T11:36:21.390" v="494" actId="1076"/>
          <ac:picMkLst>
            <pc:docMk/>
            <pc:sldMk cId="11230666" sldId="300"/>
            <ac:picMk id="57" creationId="{8FAC61BE-107F-AEE3-B253-E2625D2BA5BF}"/>
          </ac:picMkLst>
        </pc:picChg>
      </pc:sldChg>
      <pc:sldChg chg="del">
        <pc:chgData name="VÕ HOÀNG" userId="54c7ec32-bd36-43d6-add0-ea1ecab4d432" providerId="ADAL" clId="{F6DEAC63-BAD2-4D9C-9E5C-5FEA78C038DD}" dt="2025-12-15T12:10:28.275" v="871" actId="2696"/>
        <pc:sldMkLst>
          <pc:docMk/>
          <pc:sldMk cId="1405692449" sldId="302"/>
        </pc:sldMkLst>
      </pc:sldChg>
      <pc:sldChg chg="ord">
        <pc:chgData name="VÕ HOÀNG" userId="54c7ec32-bd36-43d6-add0-ea1ecab4d432" providerId="ADAL" clId="{F6DEAC63-BAD2-4D9C-9E5C-5FEA78C038DD}" dt="2025-12-15T12:09:20.575" v="850"/>
        <pc:sldMkLst>
          <pc:docMk/>
          <pc:sldMk cId="3655928360" sldId="303"/>
        </pc:sldMkLst>
      </pc:sldChg>
      <pc:sldChg chg="modSp mod ord">
        <pc:chgData name="VÕ HOÀNG" userId="54c7ec32-bd36-43d6-add0-ea1ecab4d432" providerId="ADAL" clId="{F6DEAC63-BAD2-4D9C-9E5C-5FEA78C038DD}" dt="2025-12-15T12:09:48.509" v="865" actId="14100"/>
        <pc:sldMkLst>
          <pc:docMk/>
          <pc:sldMk cId="1263587659" sldId="306"/>
        </pc:sldMkLst>
        <pc:spChg chg="mod">
          <ac:chgData name="VÕ HOÀNG" userId="54c7ec32-bd36-43d6-add0-ea1ecab4d432" providerId="ADAL" clId="{F6DEAC63-BAD2-4D9C-9E5C-5FEA78C038DD}" dt="2025-12-15T12:09:48.509" v="865" actId="14100"/>
          <ac:spMkLst>
            <pc:docMk/>
            <pc:sldMk cId="1263587659" sldId="306"/>
            <ac:spMk id="2" creationId="{7066D438-4DFC-9761-3585-2ADD0BA15B91}"/>
          </ac:spMkLst>
        </pc:spChg>
      </pc:sldChg>
      <pc:sldChg chg="delSp modSp mod ord">
        <pc:chgData name="VÕ HOÀNG" userId="54c7ec32-bd36-43d6-add0-ea1ecab4d432" providerId="ADAL" clId="{F6DEAC63-BAD2-4D9C-9E5C-5FEA78C038DD}" dt="2025-12-15T12:10:16.164" v="870" actId="1076"/>
        <pc:sldMkLst>
          <pc:docMk/>
          <pc:sldMk cId="3463120868" sldId="309"/>
        </pc:sldMkLst>
        <pc:spChg chg="mod">
          <ac:chgData name="VÕ HOÀNG" userId="54c7ec32-bd36-43d6-add0-ea1ecab4d432" providerId="ADAL" clId="{F6DEAC63-BAD2-4D9C-9E5C-5FEA78C038DD}" dt="2025-12-15T12:10:16.164" v="870" actId="1076"/>
          <ac:spMkLst>
            <pc:docMk/>
            <pc:sldMk cId="3463120868" sldId="309"/>
            <ac:spMk id="1644" creationId="{4340D571-C4CC-DB7C-35CC-3A2A40775ACA}"/>
          </ac:spMkLst>
        </pc:spChg>
        <pc:spChg chg="del mod">
          <ac:chgData name="VÕ HOÀNG" userId="54c7ec32-bd36-43d6-add0-ea1ecab4d432" providerId="ADAL" clId="{F6DEAC63-BAD2-4D9C-9E5C-5FEA78C038DD}" dt="2025-12-15T12:10:10.707" v="869" actId="21"/>
          <ac:spMkLst>
            <pc:docMk/>
            <pc:sldMk cId="3463120868" sldId="309"/>
            <ac:spMk id="1645" creationId="{29612FCB-BBD8-D005-20F0-C7D8BD15B1B9}"/>
          </ac:spMkLst>
        </pc:spChg>
      </pc:sldChg>
      <pc:sldChg chg="addSp delSp modSp mod">
        <pc:chgData name="VÕ HOÀNG" userId="54c7ec32-bd36-43d6-add0-ea1ecab4d432" providerId="ADAL" clId="{F6DEAC63-BAD2-4D9C-9E5C-5FEA78C038DD}" dt="2025-12-15T11:24:46.069" v="432" actId="1076"/>
        <pc:sldMkLst>
          <pc:docMk/>
          <pc:sldMk cId="616626979" sldId="322"/>
        </pc:sldMkLst>
        <pc:spChg chg="add del mod">
          <ac:chgData name="VÕ HOÀNG" userId="54c7ec32-bd36-43d6-add0-ea1ecab4d432" providerId="ADAL" clId="{F6DEAC63-BAD2-4D9C-9E5C-5FEA78C038DD}" dt="2025-12-15T11:20:05.101" v="104" actId="21"/>
          <ac:spMkLst>
            <pc:docMk/>
            <pc:sldMk cId="616626979" sldId="322"/>
            <ac:spMk id="15" creationId="{D97B465A-B886-1611-FCAD-D11E6B4ADF0A}"/>
          </ac:spMkLst>
        </pc:spChg>
        <pc:spChg chg="add del mod">
          <ac:chgData name="VÕ HOÀNG" userId="54c7ec32-bd36-43d6-add0-ea1ecab4d432" providerId="ADAL" clId="{F6DEAC63-BAD2-4D9C-9E5C-5FEA78C038DD}" dt="2025-12-15T11:20:07.371" v="105" actId="21"/>
          <ac:spMkLst>
            <pc:docMk/>
            <pc:sldMk cId="616626979" sldId="322"/>
            <ac:spMk id="17" creationId="{318A9F7E-86B9-D99D-55A6-11FEDAF7D4ED}"/>
          </ac:spMkLst>
        </pc:spChg>
        <pc:spChg chg="mod">
          <ac:chgData name="VÕ HOÀNG" userId="54c7ec32-bd36-43d6-add0-ea1ecab4d432" providerId="ADAL" clId="{F6DEAC63-BAD2-4D9C-9E5C-5FEA78C038DD}" dt="2025-12-15T11:24:36.948" v="431" actId="1076"/>
          <ac:spMkLst>
            <pc:docMk/>
            <pc:sldMk cId="616626979" sldId="322"/>
            <ac:spMk id="31" creationId="{0654E090-201A-BA30-F723-D72A515F7DDC}"/>
          </ac:spMkLst>
        </pc:spChg>
        <pc:spChg chg="mod">
          <ac:chgData name="VÕ HOÀNG" userId="54c7ec32-bd36-43d6-add0-ea1ecab4d432" providerId="ADAL" clId="{F6DEAC63-BAD2-4D9C-9E5C-5FEA78C038DD}" dt="2025-12-15T11:24:30.338" v="430"/>
          <ac:spMkLst>
            <pc:docMk/>
            <pc:sldMk cId="616626979" sldId="322"/>
            <ac:spMk id="32" creationId="{86A6A23C-ED54-76F6-EA88-4A96399A09CC}"/>
          </ac:spMkLst>
        </pc:spChg>
        <pc:spChg chg="mod">
          <ac:chgData name="VÕ HOÀNG" userId="54c7ec32-bd36-43d6-add0-ea1ecab4d432" providerId="ADAL" clId="{F6DEAC63-BAD2-4D9C-9E5C-5FEA78C038DD}" dt="2025-12-15T11:24:46.069" v="432" actId="1076"/>
          <ac:spMkLst>
            <pc:docMk/>
            <pc:sldMk cId="616626979" sldId="322"/>
            <ac:spMk id="33" creationId="{A46FE675-27B4-C529-A886-4564D43BD5DB}"/>
          </ac:spMkLst>
        </pc:spChg>
        <pc:spChg chg="mod">
          <ac:chgData name="VÕ HOÀNG" userId="54c7ec32-bd36-43d6-add0-ea1ecab4d432" providerId="ADAL" clId="{F6DEAC63-BAD2-4D9C-9E5C-5FEA78C038DD}" dt="2025-12-15T11:23:33.870" v="412" actId="1076"/>
          <ac:spMkLst>
            <pc:docMk/>
            <pc:sldMk cId="616626979" sldId="322"/>
            <ac:spMk id="34" creationId="{AFA3CDD5-C00A-CDA6-03C6-4BE3901C5032}"/>
          </ac:spMkLst>
        </pc:spChg>
        <pc:spChg chg="add del mod">
          <ac:chgData name="VÕ HOÀNG" userId="54c7ec32-bd36-43d6-add0-ea1ecab4d432" providerId="ADAL" clId="{F6DEAC63-BAD2-4D9C-9E5C-5FEA78C038DD}" dt="2025-12-15T11:22:25.938" v="391" actId="21"/>
          <ac:spMkLst>
            <pc:docMk/>
            <pc:sldMk cId="616626979" sldId="322"/>
            <ac:spMk id="40" creationId="{61172735-303C-B9B5-68EF-AA91FFA47313}"/>
          </ac:spMkLst>
        </pc:spChg>
        <pc:spChg chg="add del mod">
          <ac:chgData name="VÕ HOÀNG" userId="54c7ec32-bd36-43d6-add0-ea1ecab4d432" providerId="ADAL" clId="{F6DEAC63-BAD2-4D9C-9E5C-5FEA78C038DD}" dt="2025-12-15T11:22:28.186" v="392" actId="21"/>
          <ac:spMkLst>
            <pc:docMk/>
            <pc:sldMk cId="616626979" sldId="322"/>
            <ac:spMk id="42" creationId="{B9D3A6BD-44F1-82D5-FB5A-35D39B2A5E33}"/>
          </ac:spMkLst>
        </pc:spChg>
        <pc:spChg chg="mod">
          <ac:chgData name="VÕ HOÀNG" userId="54c7ec32-bd36-43d6-add0-ea1ecab4d432" providerId="ADAL" clId="{F6DEAC63-BAD2-4D9C-9E5C-5FEA78C038DD}" dt="2025-12-15T11:22:40.379" v="397" actId="1076"/>
          <ac:spMkLst>
            <pc:docMk/>
            <pc:sldMk cId="616626979" sldId="322"/>
            <ac:spMk id="1821" creationId="{4B52E577-0715-06AE-B654-74FB54D930C1}"/>
          </ac:spMkLst>
        </pc:spChg>
        <pc:spChg chg="mod">
          <ac:chgData name="VÕ HOÀNG" userId="54c7ec32-bd36-43d6-add0-ea1ecab4d432" providerId="ADAL" clId="{F6DEAC63-BAD2-4D9C-9E5C-5FEA78C038DD}" dt="2025-12-15T11:23:30.772" v="411" actId="1076"/>
          <ac:spMkLst>
            <pc:docMk/>
            <pc:sldMk cId="616626979" sldId="322"/>
            <ac:spMk id="1822" creationId="{26055FAA-2BA3-E16A-70CA-A306F59471B0}"/>
          </ac:spMkLst>
        </pc:spChg>
        <pc:spChg chg="del mod">
          <ac:chgData name="VÕ HOÀNG" userId="54c7ec32-bd36-43d6-add0-ea1ecab4d432" providerId="ADAL" clId="{F6DEAC63-BAD2-4D9C-9E5C-5FEA78C038DD}" dt="2025-12-15T11:20:02.458" v="103" actId="21"/>
          <ac:spMkLst>
            <pc:docMk/>
            <pc:sldMk cId="616626979" sldId="322"/>
            <ac:spMk id="1823" creationId="{F82CCE78-3C17-7143-42A2-6BD7D2DC5182}"/>
          </ac:spMkLst>
        </pc:spChg>
        <pc:spChg chg="del">
          <ac:chgData name="VÕ HOÀNG" userId="54c7ec32-bd36-43d6-add0-ea1ecab4d432" providerId="ADAL" clId="{F6DEAC63-BAD2-4D9C-9E5C-5FEA78C038DD}" dt="2025-12-15T11:22:18.975" v="390" actId="478"/>
          <ac:spMkLst>
            <pc:docMk/>
            <pc:sldMk cId="616626979" sldId="322"/>
            <ac:spMk id="1824" creationId="{0D291C30-8BF9-280A-E1CE-050C277FAA01}"/>
          </ac:spMkLst>
        </pc:spChg>
        <pc:spChg chg="mod">
          <ac:chgData name="VÕ HOÀNG" userId="54c7ec32-bd36-43d6-add0-ea1ecab4d432" providerId="ADAL" clId="{F6DEAC63-BAD2-4D9C-9E5C-5FEA78C038DD}" dt="2025-12-15T11:23:43.109" v="414" actId="1076"/>
          <ac:spMkLst>
            <pc:docMk/>
            <pc:sldMk cId="616626979" sldId="322"/>
            <ac:spMk id="1825" creationId="{102DCFCF-A434-CC68-57B8-2D019BEC8D93}"/>
          </ac:spMkLst>
        </pc:spChg>
        <pc:spChg chg="mod">
          <ac:chgData name="VÕ HOÀNG" userId="54c7ec32-bd36-43d6-add0-ea1ecab4d432" providerId="ADAL" clId="{F6DEAC63-BAD2-4D9C-9E5C-5FEA78C038DD}" dt="2025-12-15T11:23:28.918" v="409" actId="1076"/>
          <ac:spMkLst>
            <pc:docMk/>
            <pc:sldMk cId="616626979" sldId="322"/>
            <ac:spMk id="1826" creationId="{CB20995A-78C0-2AC1-0E97-04A4A0D267C8}"/>
          </ac:spMkLst>
        </pc:spChg>
        <pc:spChg chg="del">
          <ac:chgData name="VÕ HOÀNG" userId="54c7ec32-bd36-43d6-add0-ea1ecab4d432" providerId="ADAL" clId="{F6DEAC63-BAD2-4D9C-9E5C-5FEA78C038DD}" dt="2025-12-15T11:19:59.185" v="102" actId="478"/>
          <ac:spMkLst>
            <pc:docMk/>
            <pc:sldMk cId="616626979" sldId="322"/>
            <ac:spMk id="1827" creationId="{B7C7858C-3F9B-6C50-7089-39AFD9FF3290}"/>
          </ac:spMkLst>
        </pc:spChg>
        <pc:spChg chg="mod">
          <ac:chgData name="VÕ HOÀNG" userId="54c7ec32-bd36-43d6-add0-ea1ecab4d432" providerId="ADAL" clId="{F6DEAC63-BAD2-4D9C-9E5C-5FEA78C038DD}" dt="2025-12-15T11:24:24.117" v="425" actId="1076"/>
          <ac:spMkLst>
            <pc:docMk/>
            <pc:sldMk cId="616626979" sldId="322"/>
            <ac:spMk id="1828" creationId="{FD846A16-5AE1-FF98-A919-3D797EE410FB}"/>
          </ac:spMkLst>
        </pc:spChg>
        <pc:spChg chg="mod">
          <ac:chgData name="VÕ HOÀNG" userId="54c7ec32-bd36-43d6-add0-ea1ecab4d432" providerId="ADAL" clId="{F6DEAC63-BAD2-4D9C-9E5C-5FEA78C038DD}" dt="2025-12-15T11:24:09.452" v="423" actId="1076"/>
          <ac:spMkLst>
            <pc:docMk/>
            <pc:sldMk cId="616626979" sldId="322"/>
            <ac:spMk id="1829" creationId="{95D85AF2-CCDC-D51D-C643-A651B52B9BA7}"/>
          </ac:spMkLst>
        </pc:spChg>
        <pc:spChg chg="del">
          <ac:chgData name="VÕ HOÀNG" userId="54c7ec32-bd36-43d6-add0-ea1ecab4d432" providerId="ADAL" clId="{F6DEAC63-BAD2-4D9C-9E5C-5FEA78C038DD}" dt="2025-12-15T11:22:18.975" v="390" actId="478"/>
          <ac:spMkLst>
            <pc:docMk/>
            <pc:sldMk cId="616626979" sldId="322"/>
            <ac:spMk id="1831" creationId="{0E3C3846-BCE8-BA29-D73D-212975FAF88D}"/>
          </ac:spMkLst>
        </pc:spChg>
        <pc:spChg chg="mod">
          <ac:chgData name="VÕ HOÀNG" userId="54c7ec32-bd36-43d6-add0-ea1ecab4d432" providerId="ADAL" clId="{F6DEAC63-BAD2-4D9C-9E5C-5FEA78C038DD}" dt="2025-12-15T11:23:46.273" v="419"/>
          <ac:spMkLst>
            <pc:docMk/>
            <pc:sldMk cId="616626979" sldId="322"/>
            <ac:spMk id="1832" creationId="{19E9AC81-DEF5-5EEF-B6FC-DDD1ABAF9541}"/>
          </ac:spMkLst>
        </pc:spChg>
        <pc:grpChg chg="del">
          <ac:chgData name="VÕ HOÀNG" userId="54c7ec32-bd36-43d6-add0-ea1ecab4d432" providerId="ADAL" clId="{F6DEAC63-BAD2-4D9C-9E5C-5FEA78C038DD}" dt="2025-12-15T11:19:57.441" v="101" actId="478"/>
          <ac:grpSpMkLst>
            <pc:docMk/>
            <pc:sldMk cId="616626979" sldId="322"/>
            <ac:grpSpMk id="3" creationId="{F1421F6A-3611-CC09-E2CC-23F20526FF61}"/>
          </ac:grpSpMkLst>
        </pc:grpChg>
        <pc:grpChg chg="mod">
          <ac:chgData name="VÕ HOÀNG" userId="54c7ec32-bd36-43d6-add0-ea1ecab4d432" providerId="ADAL" clId="{F6DEAC63-BAD2-4D9C-9E5C-5FEA78C038DD}" dt="2025-12-15T11:23:18.685" v="407" actId="1076"/>
          <ac:grpSpMkLst>
            <pc:docMk/>
            <pc:sldMk cId="616626979" sldId="322"/>
            <ac:grpSpMk id="11" creationId="{B63EC03A-684D-EB90-BDD6-207646668394}"/>
          </ac:grpSpMkLst>
        </pc:grpChg>
        <pc:grpChg chg="mod">
          <ac:chgData name="VÕ HOÀNG" userId="54c7ec32-bd36-43d6-add0-ea1ecab4d432" providerId="ADAL" clId="{F6DEAC63-BAD2-4D9C-9E5C-5FEA78C038DD}" dt="2025-12-15T11:23:10.526" v="406" actId="1076"/>
          <ac:grpSpMkLst>
            <pc:docMk/>
            <pc:sldMk cId="616626979" sldId="322"/>
            <ac:grpSpMk id="19" creationId="{B0DA2466-D068-CF76-221F-2AEE29EB801C}"/>
          </ac:grpSpMkLst>
        </pc:grpChg>
        <pc:grpChg chg="del">
          <ac:chgData name="VÕ HOÀNG" userId="54c7ec32-bd36-43d6-add0-ea1ecab4d432" providerId="ADAL" clId="{F6DEAC63-BAD2-4D9C-9E5C-5FEA78C038DD}" dt="2025-12-15T11:22:18.975" v="390" actId="478"/>
          <ac:grpSpMkLst>
            <pc:docMk/>
            <pc:sldMk cId="616626979" sldId="322"/>
            <ac:grpSpMk id="35" creationId="{6830E911-B16F-7414-302F-548F62EDEDDC}"/>
          </ac:grpSpMkLst>
        </pc:grpChg>
      </pc:sldChg>
      <pc:sldChg chg="addSp delSp modSp add mod ord">
        <pc:chgData name="VÕ HOÀNG" userId="54c7ec32-bd36-43d6-add0-ea1ecab4d432" providerId="ADAL" clId="{F6DEAC63-BAD2-4D9C-9E5C-5FEA78C038DD}" dt="2025-12-15T11:18:41.486" v="84" actId="1076"/>
        <pc:sldMkLst>
          <pc:docMk/>
          <pc:sldMk cId="3571821289" sldId="323"/>
        </pc:sldMkLst>
        <pc:spChg chg="add del mod">
          <ac:chgData name="VÕ HOÀNG" userId="54c7ec32-bd36-43d6-add0-ea1ecab4d432" providerId="ADAL" clId="{F6DEAC63-BAD2-4D9C-9E5C-5FEA78C038DD}" dt="2025-12-15T11:14:29.461" v="50" actId="21"/>
          <ac:spMkLst>
            <pc:docMk/>
            <pc:sldMk cId="3571821289" sldId="323"/>
            <ac:spMk id="4" creationId="{6C084C50-F00E-3E6E-EA30-94F959123025}"/>
          </ac:spMkLst>
        </pc:spChg>
        <pc:spChg chg="add mod">
          <ac:chgData name="VÕ HOÀNG" userId="54c7ec32-bd36-43d6-add0-ea1ecab4d432" providerId="ADAL" clId="{F6DEAC63-BAD2-4D9C-9E5C-5FEA78C038DD}" dt="2025-12-15T11:18:41.486" v="84" actId="1076"/>
          <ac:spMkLst>
            <pc:docMk/>
            <pc:sldMk cId="3571821289" sldId="323"/>
            <ac:spMk id="7" creationId="{60FED23D-D056-FD3A-0B59-7F48983E4752}"/>
          </ac:spMkLst>
        </pc:spChg>
        <pc:spChg chg="add del mod">
          <ac:chgData name="VÕ HOÀNG" userId="54c7ec32-bd36-43d6-add0-ea1ecab4d432" providerId="ADAL" clId="{F6DEAC63-BAD2-4D9C-9E5C-5FEA78C038DD}" dt="2025-12-15T11:18:06.406" v="62" actId="478"/>
          <ac:spMkLst>
            <pc:docMk/>
            <pc:sldMk cId="3571821289" sldId="323"/>
            <ac:spMk id="8" creationId="{074CCD19-7BC6-DAFE-5013-975FDF12BB6D}"/>
          </ac:spMkLst>
        </pc:spChg>
        <pc:spChg chg="mod">
          <ac:chgData name="VÕ HOÀNG" userId="54c7ec32-bd36-43d6-add0-ea1ecab4d432" providerId="ADAL" clId="{F6DEAC63-BAD2-4D9C-9E5C-5FEA78C038DD}" dt="2025-12-15T11:18:36.159" v="82" actId="1076"/>
          <ac:spMkLst>
            <pc:docMk/>
            <pc:sldMk cId="3571821289" sldId="323"/>
            <ac:spMk id="1644" creationId="{B48D7C69-0ACF-E166-CBFE-6586D22DDC0F}"/>
          </ac:spMkLst>
        </pc:spChg>
        <pc:spChg chg="del">
          <ac:chgData name="VÕ HOÀNG" userId="54c7ec32-bd36-43d6-add0-ea1ecab4d432" providerId="ADAL" clId="{F6DEAC63-BAD2-4D9C-9E5C-5FEA78C038DD}" dt="2025-12-15T11:14:27.325" v="49" actId="478"/>
          <ac:spMkLst>
            <pc:docMk/>
            <pc:sldMk cId="3571821289" sldId="323"/>
            <ac:spMk id="1645" creationId="{9BECDBBE-C50E-F290-5501-441C4BA6EE31}"/>
          </ac:spMkLst>
        </pc:spChg>
        <pc:picChg chg="add mod">
          <ac:chgData name="VÕ HOÀNG" userId="54c7ec32-bd36-43d6-add0-ea1ecab4d432" providerId="ADAL" clId="{F6DEAC63-BAD2-4D9C-9E5C-5FEA78C038DD}" dt="2025-12-15T11:18:37.592" v="83" actId="1076"/>
          <ac:picMkLst>
            <pc:docMk/>
            <pc:sldMk cId="3571821289" sldId="323"/>
            <ac:picMk id="6" creationId="{FA705B7A-4F84-D13F-0409-BF2794925648}"/>
          </ac:picMkLst>
        </pc:picChg>
      </pc:sldChg>
      <pc:sldChg chg="add">
        <pc:chgData name="VÕ HOÀNG" userId="54c7ec32-bd36-43d6-add0-ea1ecab4d432" providerId="ADAL" clId="{F6DEAC63-BAD2-4D9C-9E5C-5FEA78C038DD}" dt="2025-12-15T11:25:09.911" v="433" actId="2890"/>
        <pc:sldMkLst>
          <pc:docMk/>
          <pc:sldMk cId="926652143" sldId="324"/>
        </pc:sldMkLst>
      </pc:sldChg>
      <pc:sldChg chg="addSp delSp modSp add mod ord">
        <pc:chgData name="VÕ HOÀNG" userId="54c7ec32-bd36-43d6-add0-ea1ecab4d432" providerId="ADAL" clId="{F6DEAC63-BAD2-4D9C-9E5C-5FEA78C038DD}" dt="2025-12-15T11:37:08.381" v="504" actId="1076"/>
        <pc:sldMkLst>
          <pc:docMk/>
          <pc:sldMk cId="2731110186" sldId="325"/>
        </pc:sldMkLst>
        <pc:spChg chg="del">
          <ac:chgData name="VÕ HOÀNG" userId="54c7ec32-bd36-43d6-add0-ea1ecab4d432" providerId="ADAL" clId="{F6DEAC63-BAD2-4D9C-9E5C-5FEA78C038DD}" dt="2025-12-15T11:36:47.060" v="498" actId="478"/>
          <ac:spMkLst>
            <pc:docMk/>
            <pc:sldMk cId="2731110186" sldId="325"/>
            <ac:spMk id="7" creationId="{6B114854-9990-6972-69CB-3A36EFC10316}"/>
          </ac:spMkLst>
        </pc:spChg>
        <pc:picChg chg="add mod">
          <ac:chgData name="VÕ HOÀNG" userId="54c7ec32-bd36-43d6-add0-ea1ecab4d432" providerId="ADAL" clId="{F6DEAC63-BAD2-4D9C-9E5C-5FEA78C038DD}" dt="2025-12-15T11:37:08.381" v="504" actId="1076"/>
          <ac:picMkLst>
            <pc:docMk/>
            <pc:sldMk cId="2731110186" sldId="325"/>
            <ac:picMk id="4" creationId="{3558BF22-F1A2-EAED-0DA2-4A257CBEEBA5}"/>
          </ac:picMkLst>
        </pc:picChg>
        <pc:picChg chg="del">
          <ac:chgData name="VÕ HOÀNG" userId="54c7ec32-bd36-43d6-add0-ea1ecab4d432" providerId="ADAL" clId="{F6DEAC63-BAD2-4D9C-9E5C-5FEA78C038DD}" dt="2025-12-15T11:36:47.810" v="499" actId="478"/>
          <ac:picMkLst>
            <pc:docMk/>
            <pc:sldMk cId="2731110186" sldId="325"/>
            <ac:picMk id="6" creationId="{119A33E8-B8F9-24CF-4C7C-D4FB3FA7B609}"/>
          </ac:picMkLst>
        </pc:picChg>
      </pc:sldChg>
      <pc:sldChg chg="addSp delSp modSp add mod ord">
        <pc:chgData name="VÕ HOÀNG" userId="54c7ec32-bd36-43d6-add0-ea1ecab4d432" providerId="ADAL" clId="{F6DEAC63-BAD2-4D9C-9E5C-5FEA78C038DD}" dt="2025-12-15T11:45:31.149" v="565" actId="1076"/>
        <pc:sldMkLst>
          <pc:docMk/>
          <pc:sldMk cId="1982337899" sldId="326"/>
        </pc:sldMkLst>
        <pc:spChg chg="add mod">
          <ac:chgData name="VÕ HOÀNG" userId="54c7ec32-bd36-43d6-add0-ea1ecab4d432" providerId="ADAL" clId="{F6DEAC63-BAD2-4D9C-9E5C-5FEA78C038DD}" dt="2025-12-15T11:45:31.149" v="565" actId="1076"/>
          <ac:spMkLst>
            <pc:docMk/>
            <pc:sldMk cId="1982337899" sldId="326"/>
            <ac:spMk id="4" creationId="{CED8B472-982F-20EA-C3F0-3721806F4A9A}"/>
          </ac:spMkLst>
        </pc:spChg>
        <pc:spChg chg="mod">
          <ac:chgData name="VÕ HOÀNG" userId="54c7ec32-bd36-43d6-add0-ea1ecab4d432" providerId="ADAL" clId="{F6DEAC63-BAD2-4D9C-9E5C-5FEA78C038DD}" dt="2025-12-15T11:38:11.434" v="529"/>
          <ac:spMkLst>
            <pc:docMk/>
            <pc:sldMk cId="1982337899" sldId="326"/>
            <ac:spMk id="1821" creationId="{1B223736-7FEC-505F-DFDB-6F34D9B0655E}"/>
          </ac:spMkLst>
        </pc:spChg>
        <pc:picChg chg="add mod">
          <ac:chgData name="VÕ HOÀNG" userId="54c7ec32-bd36-43d6-add0-ea1ecab4d432" providerId="ADAL" clId="{F6DEAC63-BAD2-4D9C-9E5C-5FEA78C038DD}" dt="2025-12-15T11:45:29.173" v="564" actId="1076"/>
          <ac:picMkLst>
            <pc:docMk/>
            <pc:sldMk cId="1982337899" sldId="326"/>
            <ac:picMk id="3" creationId="{026B8391-06D2-F72D-BD9E-1E8B6EA78A28}"/>
          </ac:picMkLst>
        </pc:picChg>
        <pc:picChg chg="del">
          <ac:chgData name="VÕ HOÀNG" userId="54c7ec32-bd36-43d6-add0-ea1ecab4d432" providerId="ADAL" clId="{F6DEAC63-BAD2-4D9C-9E5C-5FEA78C038DD}" dt="2025-12-15T11:38:12.661" v="530" actId="478"/>
          <ac:picMkLst>
            <pc:docMk/>
            <pc:sldMk cId="1982337899" sldId="326"/>
            <ac:picMk id="57" creationId="{48C1F541-86F9-1343-2132-F7E1C0D9AC7A}"/>
          </ac:picMkLst>
        </pc:picChg>
      </pc:sldChg>
      <pc:sldChg chg="addSp delSp modSp add mod">
        <pc:chgData name="VÕ HOÀNG" userId="54c7ec32-bd36-43d6-add0-ea1ecab4d432" providerId="ADAL" clId="{F6DEAC63-BAD2-4D9C-9E5C-5FEA78C038DD}" dt="2025-12-15T11:47:28.146" v="607" actId="1076"/>
        <pc:sldMkLst>
          <pc:docMk/>
          <pc:sldMk cId="2255821948" sldId="327"/>
        </pc:sldMkLst>
        <pc:spChg chg="mod">
          <ac:chgData name="VÕ HOÀNG" userId="54c7ec32-bd36-43d6-add0-ea1ecab4d432" providerId="ADAL" clId="{F6DEAC63-BAD2-4D9C-9E5C-5FEA78C038DD}" dt="2025-12-15T11:47:26.921" v="606" actId="1076"/>
          <ac:spMkLst>
            <pc:docMk/>
            <pc:sldMk cId="2255821948" sldId="327"/>
            <ac:spMk id="4" creationId="{FEE1FD86-E3B4-D2E3-5FAA-947E20C078DB}"/>
          </ac:spMkLst>
        </pc:spChg>
        <pc:picChg chg="del">
          <ac:chgData name="VÕ HOÀNG" userId="54c7ec32-bd36-43d6-add0-ea1ecab4d432" providerId="ADAL" clId="{F6DEAC63-BAD2-4D9C-9E5C-5FEA78C038DD}" dt="2025-12-15T11:47:03.944" v="600" actId="478"/>
          <ac:picMkLst>
            <pc:docMk/>
            <pc:sldMk cId="2255821948" sldId="327"/>
            <ac:picMk id="3" creationId="{414E5DC5-C595-D146-9FF2-7B781F70795B}"/>
          </ac:picMkLst>
        </pc:picChg>
        <pc:picChg chg="add mod">
          <ac:chgData name="VÕ HOÀNG" userId="54c7ec32-bd36-43d6-add0-ea1ecab4d432" providerId="ADAL" clId="{F6DEAC63-BAD2-4D9C-9E5C-5FEA78C038DD}" dt="2025-12-15T11:47:28.146" v="607" actId="1076"/>
          <ac:picMkLst>
            <pc:docMk/>
            <pc:sldMk cId="2255821948" sldId="327"/>
            <ac:picMk id="5" creationId="{0880DD08-6B58-7D5B-4F6B-8D7F0B7AF315}"/>
          </ac:picMkLst>
        </pc:picChg>
      </pc:sldChg>
      <pc:sldChg chg="addSp delSp modSp add mod ord">
        <pc:chgData name="VÕ HOÀNG" userId="54c7ec32-bd36-43d6-add0-ea1ecab4d432" providerId="ADAL" clId="{F6DEAC63-BAD2-4D9C-9E5C-5FEA78C038DD}" dt="2025-12-15T11:48:21.985" v="618" actId="1076"/>
        <pc:sldMkLst>
          <pc:docMk/>
          <pc:sldMk cId="627651582" sldId="328"/>
        </pc:sldMkLst>
        <pc:picChg chg="del">
          <ac:chgData name="VÕ HOÀNG" userId="54c7ec32-bd36-43d6-add0-ea1ecab4d432" providerId="ADAL" clId="{F6DEAC63-BAD2-4D9C-9E5C-5FEA78C038DD}" dt="2025-12-15T11:47:52.223" v="613" actId="478"/>
          <ac:picMkLst>
            <pc:docMk/>
            <pc:sldMk cId="627651582" sldId="328"/>
            <ac:picMk id="4" creationId="{8A611EDF-7A3E-297A-E8F5-840E411B7C31}"/>
          </ac:picMkLst>
        </pc:picChg>
        <pc:picChg chg="add mod">
          <ac:chgData name="VÕ HOÀNG" userId="54c7ec32-bd36-43d6-add0-ea1ecab4d432" providerId="ADAL" clId="{F6DEAC63-BAD2-4D9C-9E5C-5FEA78C038DD}" dt="2025-12-15T11:48:21.985" v="618" actId="1076"/>
          <ac:picMkLst>
            <pc:docMk/>
            <pc:sldMk cId="627651582" sldId="328"/>
            <ac:picMk id="5" creationId="{E0AE9AC9-94AD-9C44-7645-5E24EF15E3AE}"/>
          </ac:picMkLst>
        </pc:picChg>
      </pc:sldChg>
      <pc:sldChg chg="addSp delSp modSp add mod ord">
        <pc:chgData name="VÕ HOÀNG" userId="54c7ec32-bd36-43d6-add0-ea1ecab4d432" providerId="ADAL" clId="{F6DEAC63-BAD2-4D9C-9E5C-5FEA78C038DD}" dt="2025-12-15T11:56:37.386" v="697" actId="20577"/>
        <pc:sldMkLst>
          <pc:docMk/>
          <pc:sldMk cId="1184696349" sldId="329"/>
        </pc:sldMkLst>
        <pc:spChg chg="del">
          <ac:chgData name="VÕ HOÀNG" userId="54c7ec32-bd36-43d6-add0-ea1ecab4d432" providerId="ADAL" clId="{F6DEAC63-BAD2-4D9C-9E5C-5FEA78C038DD}" dt="2025-12-15T11:49:09.083" v="665" actId="478"/>
          <ac:spMkLst>
            <pc:docMk/>
            <pc:sldMk cId="1184696349" sldId="329"/>
            <ac:spMk id="4" creationId="{0A821121-7DC6-9BFF-BB94-326048ADF684}"/>
          </ac:spMkLst>
        </pc:spChg>
        <pc:spChg chg="mod">
          <ac:chgData name="VÕ HOÀNG" userId="54c7ec32-bd36-43d6-add0-ea1ecab4d432" providerId="ADAL" clId="{F6DEAC63-BAD2-4D9C-9E5C-5FEA78C038DD}" dt="2025-12-15T11:56:37.386" v="697" actId="20577"/>
          <ac:spMkLst>
            <pc:docMk/>
            <pc:sldMk cId="1184696349" sldId="329"/>
            <ac:spMk id="1821" creationId="{744D7AB9-FA8D-A8E6-8425-D0E2315F92B1}"/>
          </ac:spMkLst>
        </pc:spChg>
        <pc:picChg chg="del">
          <ac:chgData name="VÕ HOÀNG" userId="54c7ec32-bd36-43d6-add0-ea1ecab4d432" providerId="ADAL" clId="{F6DEAC63-BAD2-4D9C-9E5C-5FEA78C038DD}" dt="2025-12-15T11:49:06.301" v="664" actId="478"/>
          <ac:picMkLst>
            <pc:docMk/>
            <pc:sldMk cId="1184696349" sldId="329"/>
            <ac:picMk id="3" creationId="{22E06512-7450-79E2-77CE-02C2FAD45C36}"/>
          </ac:picMkLst>
        </pc:picChg>
        <pc:picChg chg="add mod">
          <ac:chgData name="VÕ HOÀNG" userId="54c7ec32-bd36-43d6-add0-ea1ecab4d432" providerId="ADAL" clId="{F6DEAC63-BAD2-4D9C-9E5C-5FEA78C038DD}" dt="2025-12-15T11:50:10.264" v="673" actId="1076"/>
          <ac:picMkLst>
            <pc:docMk/>
            <pc:sldMk cId="1184696349" sldId="329"/>
            <ac:picMk id="5" creationId="{4EF5E2C6-7146-7B6D-177D-4086CC0526A1}"/>
          </ac:picMkLst>
        </pc:picChg>
        <pc:picChg chg="add del mod">
          <ac:chgData name="VÕ HOÀNG" userId="54c7ec32-bd36-43d6-add0-ea1ecab4d432" providerId="ADAL" clId="{F6DEAC63-BAD2-4D9C-9E5C-5FEA78C038DD}" dt="2025-12-15T11:55:45.795" v="687" actId="478"/>
          <ac:picMkLst>
            <pc:docMk/>
            <pc:sldMk cId="1184696349" sldId="329"/>
            <ac:picMk id="7" creationId="{491BAE11-0013-9019-8AA4-A89B01B437DC}"/>
          </ac:picMkLst>
        </pc:picChg>
        <pc:picChg chg="add mod">
          <ac:chgData name="VÕ HOÀNG" userId="54c7ec32-bd36-43d6-add0-ea1ecab4d432" providerId="ADAL" clId="{F6DEAC63-BAD2-4D9C-9E5C-5FEA78C038DD}" dt="2025-12-15T11:54:11.445" v="686" actId="962"/>
          <ac:picMkLst>
            <pc:docMk/>
            <pc:sldMk cId="1184696349" sldId="329"/>
            <ac:picMk id="9" creationId="{415D7E60-57F8-3EEB-7192-DC98FADE4C00}"/>
          </ac:picMkLst>
        </pc:picChg>
        <pc:picChg chg="add mod">
          <ac:chgData name="VÕ HOÀNG" userId="54c7ec32-bd36-43d6-add0-ea1ecab4d432" providerId="ADAL" clId="{F6DEAC63-BAD2-4D9C-9E5C-5FEA78C038DD}" dt="2025-12-15T11:55:53.872" v="694" actId="1076"/>
          <ac:picMkLst>
            <pc:docMk/>
            <pc:sldMk cId="1184696349" sldId="329"/>
            <ac:picMk id="11" creationId="{98643094-43B8-203D-1C8D-B7ABC4F7FB5A}"/>
          </ac:picMkLst>
        </pc:picChg>
      </pc:sldChg>
      <pc:sldChg chg="addSp delSp modSp add mod">
        <pc:chgData name="VÕ HOÀNG" userId="54c7ec32-bd36-43d6-add0-ea1ecab4d432" providerId="ADAL" clId="{F6DEAC63-BAD2-4D9C-9E5C-5FEA78C038DD}" dt="2025-12-15T13:55:21.934" v="879" actId="1076"/>
        <pc:sldMkLst>
          <pc:docMk/>
          <pc:sldMk cId="1347049243" sldId="330"/>
        </pc:sldMkLst>
        <pc:spChg chg="mod">
          <ac:chgData name="VÕ HOÀNG" userId="54c7ec32-bd36-43d6-add0-ea1ecab4d432" providerId="ADAL" clId="{F6DEAC63-BAD2-4D9C-9E5C-5FEA78C038DD}" dt="2025-12-15T11:56:58.645" v="746" actId="20577"/>
          <ac:spMkLst>
            <pc:docMk/>
            <pc:sldMk cId="1347049243" sldId="330"/>
            <ac:spMk id="1821" creationId="{8C7B40D0-9B2F-883E-E4CE-287BC60617C7}"/>
          </ac:spMkLst>
        </pc:spChg>
        <pc:picChg chg="add mod">
          <ac:chgData name="VÕ HOÀNG" userId="54c7ec32-bd36-43d6-add0-ea1ecab4d432" providerId="ADAL" clId="{F6DEAC63-BAD2-4D9C-9E5C-5FEA78C038DD}" dt="2025-12-15T12:02:06.831" v="761" actId="1076"/>
          <ac:picMkLst>
            <pc:docMk/>
            <pc:sldMk cId="1347049243" sldId="330"/>
            <ac:picMk id="3" creationId="{8DE3F44C-9167-2BFF-8180-EFBBDF473C17}"/>
          </ac:picMkLst>
        </pc:picChg>
        <pc:picChg chg="add mod">
          <ac:chgData name="VÕ HOÀNG" userId="54c7ec32-bd36-43d6-add0-ea1ecab4d432" providerId="ADAL" clId="{F6DEAC63-BAD2-4D9C-9E5C-5FEA78C038DD}" dt="2025-12-15T13:55:21.934" v="879" actId="1076"/>
          <ac:picMkLst>
            <pc:docMk/>
            <pc:sldMk cId="1347049243" sldId="330"/>
            <ac:picMk id="4" creationId="{C9DA1289-FCB9-B522-4532-BA56D8F90AD9}"/>
          </ac:picMkLst>
        </pc:picChg>
        <pc:picChg chg="del">
          <ac:chgData name="VÕ HOÀNG" userId="54c7ec32-bd36-43d6-add0-ea1ecab4d432" providerId="ADAL" clId="{F6DEAC63-BAD2-4D9C-9E5C-5FEA78C038DD}" dt="2025-12-15T11:56:42.404" v="699" actId="478"/>
          <ac:picMkLst>
            <pc:docMk/>
            <pc:sldMk cId="1347049243" sldId="330"/>
            <ac:picMk id="5" creationId="{8FC3406D-2A05-C8CF-8234-E15221212561}"/>
          </ac:picMkLst>
        </pc:picChg>
        <pc:picChg chg="del">
          <ac:chgData name="VÕ HOÀNG" userId="54c7ec32-bd36-43d6-add0-ea1ecab4d432" providerId="ADAL" clId="{F6DEAC63-BAD2-4D9C-9E5C-5FEA78C038DD}" dt="2025-12-15T11:56:44.097" v="700" actId="478"/>
          <ac:picMkLst>
            <pc:docMk/>
            <pc:sldMk cId="1347049243" sldId="330"/>
            <ac:picMk id="9" creationId="{DA8D2376-3D79-8447-5A4F-796F2194DDF9}"/>
          </ac:picMkLst>
        </pc:picChg>
        <pc:picChg chg="del">
          <ac:chgData name="VÕ HOÀNG" userId="54c7ec32-bd36-43d6-add0-ea1ecab4d432" providerId="ADAL" clId="{F6DEAC63-BAD2-4D9C-9E5C-5FEA78C038DD}" dt="2025-12-15T11:56:45.633" v="701" actId="478"/>
          <ac:picMkLst>
            <pc:docMk/>
            <pc:sldMk cId="1347049243" sldId="330"/>
            <ac:picMk id="11" creationId="{19FCF2C5-2FDD-D98C-E40D-B182734D03A2}"/>
          </ac:picMkLst>
        </pc:picChg>
      </pc:sldChg>
      <pc:sldChg chg="addSp delSp modSp add mod">
        <pc:chgData name="VÕ HOÀNG" userId="54c7ec32-bd36-43d6-add0-ea1ecab4d432" providerId="ADAL" clId="{F6DEAC63-BAD2-4D9C-9E5C-5FEA78C038DD}" dt="2025-12-15T11:59:20.322" v="755" actId="1076"/>
        <pc:sldMkLst>
          <pc:docMk/>
          <pc:sldMk cId="1523559635" sldId="331"/>
        </pc:sldMkLst>
        <pc:picChg chg="add mod">
          <ac:chgData name="VÕ HOÀNG" userId="54c7ec32-bd36-43d6-add0-ea1ecab4d432" providerId="ADAL" clId="{F6DEAC63-BAD2-4D9C-9E5C-5FEA78C038DD}" dt="2025-12-15T11:59:20.322" v="755" actId="1076"/>
          <ac:picMkLst>
            <pc:docMk/>
            <pc:sldMk cId="1523559635" sldId="331"/>
            <ac:picMk id="3" creationId="{75CE9274-72A1-D46F-FC87-0B6D32EB2661}"/>
          </ac:picMkLst>
        </pc:picChg>
        <pc:picChg chg="del">
          <ac:chgData name="VÕ HOÀNG" userId="54c7ec32-bd36-43d6-add0-ea1ecab4d432" providerId="ADAL" clId="{F6DEAC63-BAD2-4D9C-9E5C-5FEA78C038DD}" dt="2025-12-15T11:58:58.162" v="748" actId="478"/>
          <ac:picMkLst>
            <pc:docMk/>
            <pc:sldMk cId="1523559635" sldId="331"/>
            <ac:picMk id="5" creationId="{19DDE5A7-1EDB-BB63-B2B6-0568F4930CF8}"/>
          </ac:picMkLst>
        </pc:picChg>
        <pc:picChg chg="del">
          <ac:chgData name="VÕ HOÀNG" userId="54c7ec32-bd36-43d6-add0-ea1ecab4d432" providerId="ADAL" clId="{F6DEAC63-BAD2-4D9C-9E5C-5FEA78C038DD}" dt="2025-12-15T11:58:58.743" v="749" actId="478"/>
          <ac:picMkLst>
            <pc:docMk/>
            <pc:sldMk cId="1523559635" sldId="331"/>
            <ac:picMk id="9" creationId="{65E82382-34C2-7204-590C-E34F29E8F061}"/>
          </ac:picMkLst>
        </pc:picChg>
        <pc:picChg chg="del">
          <ac:chgData name="VÕ HOÀNG" userId="54c7ec32-bd36-43d6-add0-ea1ecab4d432" providerId="ADAL" clId="{F6DEAC63-BAD2-4D9C-9E5C-5FEA78C038DD}" dt="2025-12-15T11:58:59.180" v="750" actId="478"/>
          <ac:picMkLst>
            <pc:docMk/>
            <pc:sldMk cId="1523559635" sldId="331"/>
            <ac:picMk id="11" creationId="{16DF4625-20E6-F9DD-9731-B9CF1B56408F}"/>
          </ac:picMkLst>
        </pc:picChg>
      </pc:sldChg>
      <pc:sldChg chg="addSp delSp modSp add mod">
        <pc:chgData name="VÕ HOÀNG" userId="54c7ec32-bd36-43d6-add0-ea1ecab4d432" providerId="ADAL" clId="{F6DEAC63-BAD2-4D9C-9E5C-5FEA78C038DD}" dt="2025-12-15T12:04:59.142" v="769" actId="1076"/>
        <pc:sldMkLst>
          <pc:docMk/>
          <pc:sldMk cId="386929725" sldId="332"/>
        </pc:sldMkLst>
        <pc:picChg chg="del">
          <ac:chgData name="VÕ HOÀNG" userId="54c7ec32-bd36-43d6-add0-ea1ecab4d432" providerId="ADAL" clId="{F6DEAC63-BAD2-4D9C-9E5C-5FEA78C038DD}" dt="2025-12-15T12:04:51.389" v="763" actId="478"/>
          <ac:picMkLst>
            <pc:docMk/>
            <pc:sldMk cId="386929725" sldId="332"/>
            <ac:picMk id="3" creationId="{E281A308-4511-1B06-7ED8-1CC69F8755C2}"/>
          </ac:picMkLst>
        </pc:picChg>
        <pc:picChg chg="add mod">
          <ac:chgData name="VÕ HOÀNG" userId="54c7ec32-bd36-43d6-add0-ea1ecab4d432" providerId="ADAL" clId="{F6DEAC63-BAD2-4D9C-9E5C-5FEA78C038DD}" dt="2025-12-15T12:04:59.142" v="769" actId="1076"/>
          <ac:picMkLst>
            <pc:docMk/>
            <pc:sldMk cId="386929725" sldId="332"/>
            <ac:picMk id="4" creationId="{F675584E-3327-0C17-6302-CDA61FB4EFF8}"/>
          </ac:picMkLst>
        </pc:picChg>
      </pc:sldChg>
      <pc:sldChg chg="addSp delSp modSp add mod">
        <pc:chgData name="VÕ HOÀNG" userId="54c7ec32-bd36-43d6-add0-ea1ecab4d432" providerId="ADAL" clId="{F6DEAC63-BAD2-4D9C-9E5C-5FEA78C038DD}" dt="2025-12-15T12:06:22.718" v="835" actId="1076"/>
        <pc:sldMkLst>
          <pc:docMk/>
          <pc:sldMk cId="1963433302" sldId="333"/>
        </pc:sldMkLst>
        <pc:spChg chg="mod">
          <ac:chgData name="VÕ HOÀNG" userId="54c7ec32-bd36-43d6-add0-ea1ecab4d432" providerId="ADAL" clId="{F6DEAC63-BAD2-4D9C-9E5C-5FEA78C038DD}" dt="2025-12-15T12:05:53.678" v="828" actId="20577"/>
          <ac:spMkLst>
            <pc:docMk/>
            <pc:sldMk cId="1963433302" sldId="333"/>
            <ac:spMk id="1821" creationId="{BA1FFCDB-64F9-CED2-A3FD-2D64B77FB95B}"/>
          </ac:spMkLst>
        </pc:spChg>
        <pc:picChg chg="add mod">
          <ac:chgData name="VÕ HOÀNG" userId="54c7ec32-bd36-43d6-add0-ea1ecab4d432" providerId="ADAL" clId="{F6DEAC63-BAD2-4D9C-9E5C-5FEA78C038DD}" dt="2025-12-15T12:06:22.718" v="835" actId="1076"/>
          <ac:picMkLst>
            <pc:docMk/>
            <pc:sldMk cId="1963433302" sldId="333"/>
            <ac:picMk id="3" creationId="{D1890433-96ED-E414-C181-2BA06CC8B4CE}"/>
          </ac:picMkLst>
        </pc:picChg>
        <pc:picChg chg="del">
          <ac:chgData name="VÕ HOÀNG" userId="54c7ec32-bd36-43d6-add0-ea1ecab4d432" providerId="ADAL" clId="{F6DEAC63-BAD2-4D9C-9E5C-5FEA78C038DD}" dt="2025-12-15T12:05:54.525" v="829" actId="478"/>
          <ac:picMkLst>
            <pc:docMk/>
            <pc:sldMk cId="1963433302" sldId="333"/>
            <ac:picMk id="4" creationId="{9F3C7236-76DF-A4DB-65A9-0F15A7914553}"/>
          </ac:picMkLst>
        </pc:picChg>
      </pc:sldChg>
      <pc:sldChg chg="addSp delSp modSp add mod ord">
        <pc:chgData name="VÕ HOÀNG" userId="54c7ec32-bd36-43d6-add0-ea1ecab4d432" providerId="ADAL" clId="{F6DEAC63-BAD2-4D9C-9E5C-5FEA78C038DD}" dt="2025-12-15T12:08:54.233" v="846" actId="1076"/>
        <pc:sldMkLst>
          <pc:docMk/>
          <pc:sldMk cId="587200040" sldId="334"/>
        </pc:sldMkLst>
        <pc:picChg chg="del">
          <ac:chgData name="VÕ HOÀNG" userId="54c7ec32-bd36-43d6-add0-ea1ecab4d432" providerId="ADAL" clId="{F6DEAC63-BAD2-4D9C-9E5C-5FEA78C038DD}" dt="2025-12-15T12:08:49.390" v="841" actId="478"/>
          <ac:picMkLst>
            <pc:docMk/>
            <pc:sldMk cId="587200040" sldId="334"/>
            <ac:picMk id="4" creationId="{93931281-BCD3-97A8-8FC9-C0DEA99C59E1}"/>
          </ac:picMkLst>
        </pc:picChg>
        <pc:picChg chg="add mod">
          <ac:chgData name="VÕ HOÀNG" userId="54c7ec32-bd36-43d6-add0-ea1ecab4d432" providerId="ADAL" clId="{F6DEAC63-BAD2-4D9C-9E5C-5FEA78C038DD}" dt="2025-12-15T12:08:54.233" v="846" actId="1076"/>
          <ac:picMkLst>
            <pc:docMk/>
            <pc:sldMk cId="587200040" sldId="334"/>
            <ac:picMk id="5" creationId="{4E148722-BECA-A89F-3240-CAF62894ED1C}"/>
          </ac:picMkLst>
        </pc:picChg>
      </pc:sldChg>
      <pc:sldChg chg="add del">
        <pc:chgData name="VÕ HOÀNG" userId="54c7ec32-bd36-43d6-add0-ea1ecab4d432" providerId="ADAL" clId="{F6DEAC63-BAD2-4D9C-9E5C-5FEA78C038DD}" dt="2025-12-15T12:08:33.023" v="837" actId="2696"/>
        <pc:sldMkLst>
          <pc:docMk/>
          <pc:sldMk cId="3598141141" sldId="334"/>
        </pc:sldMkLst>
      </pc:sldChg>
    </pc:docChg>
  </pc:docChgLst>
  <pc:docChgLst>
    <pc:chgData name="Khánh KDN" userId="4963d1a5c4f3c49a" providerId="LiveId" clId="{70A2B0C4-1FE9-4551-A9B6-0AD732276D23}"/>
    <pc:docChg chg="undo custSel addSld delSld modSld sldOrd">
      <pc:chgData name="Khánh KDN" userId="4963d1a5c4f3c49a" providerId="LiveId" clId="{70A2B0C4-1FE9-4551-A9B6-0AD732276D23}" dt="2025-12-06T09:03:51.747" v="5864" actId="1076"/>
      <pc:docMkLst>
        <pc:docMk/>
      </pc:docMkLst>
      <pc:sldChg chg="modSp mod">
        <pc:chgData name="Khánh KDN" userId="4963d1a5c4f3c49a" providerId="LiveId" clId="{70A2B0C4-1FE9-4551-A9B6-0AD732276D23}" dt="2025-12-06T07:05:31.804" v="2514" actId="20577"/>
        <pc:sldMkLst>
          <pc:docMk/>
          <pc:sldMk cId="0" sldId="256"/>
        </pc:sldMkLst>
        <pc:spChg chg="mod">
          <ac:chgData name="Khánh KDN" userId="4963d1a5c4f3c49a" providerId="LiveId" clId="{70A2B0C4-1FE9-4551-A9B6-0AD732276D23}" dt="2025-12-06T07:05:31.804" v="2514" actId="20577"/>
          <ac:spMkLst>
            <pc:docMk/>
            <pc:sldMk cId="0" sldId="256"/>
            <ac:spMk id="1605" creationId="{00000000-0000-0000-0000-000000000000}"/>
          </ac:spMkLst>
        </pc:spChg>
      </pc:sldChg>
      <pc:sldChg chg="modSp mod">
        <pc:chgData name="Khánh KDN" userId="4963d1a5c4f3c49a" providerId="LiveId" clId="{70A2B0C4-1FE9-4551-A9B6-0AD732276D23}" dt="2025-12-06T07:08:35.265" v="2529" actId="108"/>
        <pc:sldMkLst>
          <pc:docMk/>
          <pc:sldMk cId="0" sldId="257"/>
        </pc:sldMkLst>
        <pc:spChg chg="mod">
          <ac:chgData name="Khánh KDN" userId="4963d1a5c4f3c49a" providerId="LiveId" clId="{70A2B0C4-1FE9-4551-A9B6-0AD732276D23}" dt="2025-12-06T07:08:35.265" v="2529" actId="108"/>
          <ac:spMkLst>
            <pc:docMk/>
            <pc:sldMk cId="0" sldId="257"/>
            <ac:spMk id="1614" creationId="{00000000-0000-0000-0000-000000000000}"/>
          </ac:spMkLst>
        </pc:spChg>
      </pc:sldChg>
      <pc:sldChg chg="modSp mod">
        <pc:chgData name="Khánh KDN" userId="4963d1a5c4f3c49a" providerId="LiveId" clId="{70A2B0C4-1FE9-4551-A9B6-0AD732276D23}" dt="2025-12-06T07:22:37.303" v="3200" actId="20577"/>
        <pc:sldMkLst>
          <pc:docMk/>
          <pc:sldMk cId="0" sldId="258"/>
        </pc:sldMkLst>
        <pc:spChg chg="mod">
          <ac:chgData name="Khánh KDN" userId="4963d1a5c4f3c49a" providerId="LiveId" clId="{70A2B0C4-1FE9-4551-A9B6-0AD732276D23}" dt="2025-12-06T07:22:37.303" v="3200" actId="20577"/>
          <ac:spMkLst>
            <pc:docMk/>
            <pc:sldMk cId="0" sldId="258"/>
            <ac:spMk id="1628" creationId="{00000000-0000-0000-0000-000000000000}"/>
          </ac:spMkLst>
        </pc:spChg>
      </pc:sldChg>
      <pc:sldChg chg="modSp mod">
        <pc:chgData name="Khánh KDN" userId="4963d1a5c4f3c49a" providerId="LiveId" clId="{70A2B0C4-1FE9-4551-A9B6-0AD732276D23}" dt="2025-12-06T07:16:42.228" v="3104" actId="20577"/>
        <pc:sldMkLst>
          <pc:docMk/>
          <pc:sldMk cId="0" sldId="259"/>
        </pc:sldMkLst>
        <pc:spChg chg="mod">
          <ac:chgData name="Khánh KDN" userId="4963d1a5c4f3c49a" providerId="LiveId" clId="{70A2B0C4-1FE9-4551-A9B6-0AD732276D23}" dt="2025-12-06T07:16:42.228" v="3104" actId="20577"/>
          <ac:spMkLst>
            <pc:docMk/>
            <pc:sldMk cId="0" sldId="259"/>
            <ac:spMk id="1638" creationId="{00000000-0000-0000-0000-000000000000}"/>
          </ac:spMkLst>
        </pc:spChg>
      </pc:sldChg>
      <pc:sldChg chg="modSp mod">
        <pc:chgData name="Khánh KDN" userId="4963d1a5c4f3c49a" providerId="LiveId" clId="{70A2B0C4-1FE9-4551-A9B6-0AD732276D23}" dt="2025-12-06T07:15:02.700" v="3100" actId="20577"/>
        <pc:sldMkLst>
          <pc:docMk/>
          <pc:sldMk cId="0" sldId="261"/>
        </pc:sldMkLst>
        <pc:spChg chg="mod">
          <ac:chgData name="Khánh KDN" userId="4963d1a5c4f3c49a" providerId="LiveId" clId="{70A2B0C4-1FE9-4551-A9B6-0AD732276D23}" dt="2025-12-06T07:14:33.116" v="3028" actId="20577"/>
          <ac:spMkLst>
            <pc:docMk/>
            <pc:sldMk cId="0" sldId="261"/>
            <ac:spMk id="1759" creationId="{00000000-0000-0000-0000-000000000000}"/>
          </ac:spMkLst>
        </pc:spChg>
        <pc:spChg chg="mod">
          <ac:chgData name="Khánh KDN" userId="4963d1a5c4f3c49a" providerId="LiveId" clId="{70A2B0C4-1FE9-4551-A9B6-0AD732276D23}" dt="2025-12-06T07:15:02.700" v="3100" actId="20577"/>
          <ac:spMkLst>
            <pc:docMk/>
            <pc:sldMk cId="0" sldId="261"/>
            <ac:spMk id="1760" creationId="{00000000-0000-0000-0000-000000000000}"/>
          </ac:spMkLst>
        </pc:spChg>
      </pc:sldChg>
      <pc:sldChg chg="delSp modSp mod">
        <pc:chgData name="Khánh KDN" userId="4963d1a5c4f3c49a" providerId="LiveId" clId="{70A2B0C4-1FE9-4551-A9B6-0AD732276D23}" dt="2025-12-06T09:00:00.097" v="5838" actId="20577"/>
        <pc:sldMkLst>
          <pc:docMk/>
          <pc:sldMk cId="0" sldId="270"/>
        </pc:sldMkLst>
        <pc:spChg chg="mod">
          <ac:chgData name="Khánh KDN" userId="4963d1a5c4f3c49a" providerId="LiveId" clId="{70A2B0C4-1FE9-4551-A9B6-0AD732276D23}" dt="2025-12-06T08:51:38.329" v="5438" actId="20577"/>
          <ac:spMkLst>
            <pc:docMk/>
            <pc:sldMk cId="0" sldId="270"/>
            <ac:spMk id="3" creationId="{62D3A376-EC50-45CE-41CC-80C771E92200}"/>
          </ac:spMkLst>
        </pc:spChg>
        <pc:spChg chg="mod">
          <ac:chgData name="Khánh KDN" userId="4963d1a5c4f3c49a" providerId="LiveId" clId="{70A2B0C4-1FE9-4551-A9B6-0AD732276D23}" dt="2025-12-06T09:00:00.097" v="5838" actId="20577"/>
          <ac:spMkLst>
            <pc:docMk/>
            <pc:sldMk cId="0" sldId="270"/>
            <ac:spMk id="9" creationId="{2A6831C7-93CD-4C6F-83DB-B9794365740D}"/>
          </ac:spMkLst>
        </pc:spChg>
        <pc:spChg chg="mod">
          <ac:chgData name="Khánh KDN" userId="4963d1a5c4f3c49a" providerId="LiveId" clId="{70A2B0C4-1FE9-4551-A9B6-0AD732276D23}" dt="2025-12-06T08:53:41.203" v="5505" actId="20577"/>
          <ac:spMkLst>
            <pc:docMk/>
            <pc:sldMk cId="0" sldId="270"/>
            <ac:spMk id="1951" creationId="{00000000-0000-0000-0000-000000000000}"/>
          </ac:spMkLst>
        </pc:spChg>
        <pc:spChg chg="mod">
          <ac:chgData name="Khánh KDN" userId="4963d1a5c4f3c49a" providerId="LiveId" clId="{70A2B0C4-1FE9-4551-A9B6-0AD732276D23}" dt="2025-12-06T08:53:30.583" v="5444"/>
          <ac:spMkLst>
            <pc:docMk/>
            <pc:sldMk cId="0" sldId="270"/>
            <ac:spMk id="1956" creationId="{00000000-0000-0000-0000-000000000000}"/>
          </ac:spMkLst>
        </pc:spChg>
        <pc:spChg chg="mod">
          <ac:chgData name="Khánh KDN" userId="4963d1a5c4f3c49a" providerId="LiveId" clId="{70A2B0C4-1FE9-4551-A9B6-0AD732276D23}" dt="2025-12-06T08:52:28.565" v="5441"/>
          <ac:spMkLst>
            <pc:docMk/>
            <pc:sldMk cId="0" sldId="270"/>
            <ac:spMk id="1957" creationId="{00000000-0000-0000-0000-000000000000}"/>
          </ac:spMkLst>
        </pc:spChg>
        <pc:spChg chg="mod">
          <ac:chgData name="Khánh KDN" userId="4963d1a5c4f3c49a" providerId="LiveId" clId="{70A2B0C4-1FE9-4551-A9B6-0AD732276D23}" dt="2025-12-06T08:53:04.381" v="5443"/>
          <ac:spMkLst>
            <pc:docMk/>
            <pc:sldMk cId="0" sldId="270"/>
            <ac:spMk id="1971" creationId="{00000000-0000-0000-0000-000000000000}"/>
          </ac:spMkLst>
        </pc:spChg>
        <pc:spChg chg="mod">
          <ac:chgData name="Khánh KDN" userId="4963d1a5c4f3c49a" providerId="LiveId" clId="{70A2B0C4-1FE9-4551-A9B6-0AD732276D23}" dt="2025-12-06T08:54:35.334" v="5506"/>
          <ac:spMkLst>
            <pc:docMk/>
            <pc:sldMk cId="0" sldId="270"/>
            <ac:spMk id="1972" creationId="{00000000-0000-0000-0000-000000000000}"/>
          </ac:spMkLst>
        </pc:spChg>
      </pc:sldChg>
      <pc:sldChg chg="addSp delSp modSp mod">
        <pc:chgData name="Khánh KDN" userId="4963d1a5c4f3c49a" providerId="LiveId" clId="{70A2B0C4-1FE9-4551-A9B6-0AD732276D23}" dt="2025-12-06T09:03:51.747" v="5864" actId="1076"/>
        <pc:sldMkLst>
          <pc:docMk/>
          <pc:sldMk cId="11230666" sldId="300"/>
        </pc:sldMkLst>
      </pc:sldChg>
      <pc:sldChg chg="addSp delSp modSp mod">
        <pc:chgData name="Khánh KDN" userId="4963d1a5c4f3c49a" providerId="LiveId" clId="{70A2B0C4-1FE9-4551-A9B6-0AD732276D23}" dt="2025-12-06T08:03:19.578" v="4372" actId="113"/>
        <pc:sldMkLst>
          <pc:docMk/>
          <pc:sldMk cId="3655928360" sldId="303"/>
        </pc:sldMkLst>
        <pc:spChg chg="mod">
          <ac:chgData name="Khánh KDN" userId="4963d1a5c4f3c49a" providerId="LiveId" clId="{70A2B0C4-1FE9-4551-A9B6-0AD732276D23}" dt="2025-12-06T07:41:48.441" v="3430" actId="20577"/>
          <ac:spMkLst>
            <pc:docMk/>
            <pc:sldMk cId="3655928360" sldId="303"/>
            <ac:spMk id="1993" creationId="{BDB14BB4-34F7-05EC-520B-F1382B871335}"/>
          </ac:spMkLst>
        </pc:spChg>
        <pc:spChg chg="mod">
          <ac:chgData name="Khánh KDN" userId="4963d1a5c4f3c49a" providerId="LiveId" clId="{70A2B0C4-1FE9-4551-A9B6-0AD732276D23}" dt="2025-12-06T08:03:19.578" v="4372" actId="113"/>
          <ac:spMkLst>
            <pc:docMk/>
            <pc:sldMk cId="3655928360" sldId="303"/>
            <ac:spMk id="1994" creationId="{BCF7B0A3-F249-3C34-918F-A5EE87C143B7}"/>
          </ac:spMkLst>
        </pc:spChg>
        <pc:picChg chg="add del mod">
          <ac:chgData name="Khánh KDN" userId="4963d1a5c4f3c49a" providerId="LiveId" clId="{70A2B0C4-1FE9-4551-A9B6-0AD732276D23}" dt="2025-12-06T07:56:54.737" v="3492" actId="1076"/>
          <ac:picMkLst>
            <pc:docMk/>
            <pc:sldMk cId="3655928360" sldId="303"/>
            <ac:picMk id="3" creationId="{A8AA550B-DE6E-6CA9-1CE3-A1E5F9DCCEFB}"/>
          </ac:picMkLst>
        </pc:picChg>
      </pc:sldChg>
      <pc:sldChg chg="modSp mod ord">
        <pc:chgData name="Khánh KDN" userId="4963d1a5c4f3c49a" providerId="LiveId" clId="{70A2B0C4-1FE9-4551-A9B6-0AD732276D23}" dt="2025-12-06T07:41:37.377" v="3403"/>
        <pc:sldMkLst>
          <pc:docMk/>
          <pc:sldMk cId="1263587659" sldId="306"/>
        </pc:sldMkLst>
        <pc:spChg chg="mod">
          <ac:chgData name="Khánh KDN" userId="4963d1a5c4f3c49a" providerId="LiveId" clId="{70A2B0C4-1FE9-4551-A9B6-0AD732276D23}" dt="2025-12-06T07:39:17.056" v="3390" actId="6549"/>
          <ac:spMkLst>
            <pc:docMk/>
            <pc:sldMk cId="1263587659" sldId="306"/>
            <ac:spMk id="3" creationId="{B60E0BEC-4ECE-17B5-FFBB-A60A8C12034B}"/>
          </ac:spMkLst>
        </pc:spChg>
        <pc:picChg chg="mod modCrop">
          <ac:chgData name="Khánh KDN" userId="4963d1a5c4f3c49a" providerId="LiveId" clId="{70A2B0C4-1FE9-4551-A9B6-0AD732276D23}" dt="2025-12-06T07:41:13.317" v="3401" actId="14826"/>
          <ac:picMkLst>
            <pc:docMk/>
            <pc:sldMk cId="1263587659" sldId="306"/>
            <ac:picMk id="9" creationId="{0602A83C-E0A3-C29C-EA27-8FEA96595FC8}"/>
          </ac:picMkLst>
        </pc:picChg>
      </pc:sldChg>
      <pc:sldChg chg="modSp mod">
        <pc:chgData name="Khánh KDN" userId="4963d1a5c4f3c49a" providerId="LiveId" clId="{70A2B0C4-1FE9-4551-A9B6-0AD732276D23}" dt="2025-12-06T08:03:45.360" v="4387" actId="20577"/>
        <pc:sldMkLst>
          <pc:docMk/>
          <pc:sldMk cId="3463120868" sldId="309"/>
        </pc:sldMkLst>
        <pc:spChg chg="mod">
          <ac:chgData name="Khánh KDN" userId="4963d1a5c4f3c49a" providerId="LiveId" clId="{70A2B0C4-1FE9-4551-A9B6-0AD732276D23}" dt="2025-12-06T08:03:45.360" v="4387" actId="20577"/>
          <ac:spMkLst>
            <pc:docMk/>
            <pc:sldMk cId="3463120868" sldId="309"/>
            <ac:spMk id="1644" creationId="{4340D571-C4CC-DB7C-35CC-3A2A40775ACA}"/>
          </ac:spMkLst>
        </pc:spChg>
      </pc:sldChg>
      <pc:sldChg chg="modSp mod">
        <pc:chgData name="Khánh KDN" userId="4963d1a5c4f3c49a" providerId="LiveId" clId="{70A2B0C4-1FE9-4551-A9B6-0AD732276D23}" dt="2025-12-06T07:14:44.979" v="3030" actId="20577"/>
        <pc:sldMkLst>
          <pc:docMk/>
          <pc:sldMk cId="3441838014" sldId="311"/>
        </pc:sldMkLst>
        <pc:spChg chg="mod">
          <ac:chgData name="Khánh KDN" userId="4963d1a5c4f3c49a" providerId="LiveId" clId="{70A2B0C4-1FE9-4551-A9B6-0AD732276D23}" dt="2025-12-06T07:09:35.422" v="2534" actId="20577"/>
          <ac:spMkLst>
            <pc:docMk/>
            <pc:sldMk cId="3441838014" sldId="311"/>
            <ac:spMk id="1637" creationId="{CA080D63-33EA-3050-1517-AFE2E54C47DF}"/>
          </ac:spMkLst>
        </pc:spChg>
        <pc:spChg chg="mod">
          <ac:chgData name="Khánh KDN" userId="4963d1a5c4f3c49a" providerId="LiveId" clId="{70A2B0C4-1FE9-4551-A9B6-0AD732276D23}" dt="2025-12-06T07:14:44.979" v="3030" actId="20577"/>
          <ac:spMkLst>
            <pc:docMk/>
            <pc:sldMk cId="3441838014" sldId="311"/>
            <ac:spMk id="1638" creationId="{B570701B-570E-63C7-5369-ABB848E54412}"/>
          </ac:spMkLst>
        </pc:spChg>
      </pc:sldChg>
      <pc:sldChg chg="addSp delSp modSp mod">
        <pc:chgData name="Khánh KDN" userId="4963d1a5c4f3c49a" providerId="LiveId" clId="{70A2B0C4-1FE9-4551-A9B6-0AD732276D23}" dt="2025-12-06T09:02:00.738" v="5852" actId="1076"/>
        <pc:sldMkLst>
          <pc:docMk/>
          <pc:sldMk cId="616626979" sldId="322"/>
        </pc:sldMkLst>
        <pc:spChg chg="add mod">
          <ac:chgData name="Khánh KDN" userId="4963d1a5c4f3c49a" providerId="LiveId" clId="{70A2B0C4-1FE9-4551-A9B6-0AD732276D23}" dt="2025-12-06T07:35:58.473" v="3288"/>
          <ac:spMkLst>
            <pc:docMk/>
            <pc:sldMk cId="616626979" sldId="322"/>
            <ac:spMk id="31" creationId="{0654E090-201A-BA30-F723-D72A515F7DDC}"/>
          </ac:spMkLst>
        </pc:spChg>
        <pc:spChg chg="add mod">
          <ac:chgData name="Khánh KDN" userId="4963d1a5c4f3c49a" providerId="LiveId" clId="{70A2B0C4-1FE9-4551-A9B6-0AD732276D23}" dt="2025-12-06T07:35:38.900" v="3287" actId="20577"/>
          <ac:spMkLst>
            <pc:docMk/>
            <pc:sldMk cId="616626979" sldId="322"/>
            <ac:spMk id="32" creationId="{86A6A23C-ED54-76F6-EA88-4A96399A09CC}"/>
          </ac:spMkLst>
        </pc:spChg>
        <pc:spChg chg="add mod">
          <ac:chgData name="Khánh KDN" userId="4963d1a5c4f3c49a" providerId="LiveId" clId="{70A2B0C4-1FE9-4551-A9B6-0AD732276D23}" dt="2025-12-06T07:35:32.939" v="3282" actId="1076"/>
          <ac:spMkLst>
            <pc:docMk/>
            <pc:sldMk cId="616626979" sldId="322"/>
            <ac:spMk id="33" creationId="{A46FE675-27B4-C529-A886-4564D43BD5DB}"/>
          </ac:spMkLst>
        </pc:spChg>
        <pc:spChg chg="add mod">
          <ac:chgData name="Khánh KDN" userId="4963d1a5c4f3c49a" providerId="LiveId" clId="{70A2B0C4-1FE9-4551-A9B6-0AD732276D23}" dt="2025-12-06T09:01:08.964" v="5845" actId="1076"/>
          <ac:spMkLst>
            <pc:docMk/>
            <pc:sldMk cId="616626979" sldId="322"/>
            <ac:spMk id="34" creationId="{AFA3CDD5-C00A-CDA6-03C6-4BE3901C5032}"/>
          </ac:spMkLst>
        </pc:spChg>
        <pc:spChg chg="mod">
          <ac:chgData name="Khánh KDN" userId="4963d1a5c4f3c49a" providerId="LiveId" clId="{70A2B0C4-1FE9-4551-A9B6-0AD732276D23}" dt="2025-12-06T07:27:44.437" v="3262"/>
          <ac:spMkLst>
            <pc:docMk/>
            <pc:sldMk cId="616626979" sldId="322"/>
            <ac:spMk id="1821" creationId="{4B52E577-0715-06AE-B654-74FB54D930C1}"/>
          </ac:spMkLst>
        </pc:spChg>
        <pc:spChg chg="mod">
          <ac:chgData name="Khánh KDN" userId="4963d1a5c4f3c49a" providerId="LiveId" clId="{70A2B0C4-1FE9-4551-A9B6-0AD732276D23}" dt="2025-12-06T07:28:05.942" v="3264"/>
          <ac:spMkLst>
            <pc:docMk/>
            <pc:sldMk cId="616626979" sldId="322"/>
            <ac:spMk id="1822" creationId="{26055FAA-2BA3-E16A-70CA-A306F59471B0}"/>
          </ac:spMkLst>
        </pc:spChg>
        <pc:spChg chg="mod">
          <ac:chgData name="Khánh KDN" userId="4963d1a5c4f3c49a" providerId="LiveId" clId="{70A2B0C4-1FE9-4551-A9B6-0AD732276D23}" dt="2025-12-06T07:35:06.787" v="3279" actId="1076"/>
          <ac:spMkLst>
            <pc:docMk/>
            <pc:sldMk cId="616626979" sldId="322"/>
            <ac:spMk id="1825" creationId="{102DCFCF-A434-CC68-57B8-2D019BEC8D93}"/>
          </ac:spMkLst>
        </pc:spChg>
        <pc:spChg chg="mod">
          <ac:chgData name="Khánh KDN" userId="4963d1a5c4f3c49a" providerId="LiveId" clId="{70A2B0C4-1FE9-4551-A9B6-0AD732276D23}" dt="2025-12-06T07:28:13.761" v="3265"/>
          <ac:spMkLst>
            <pc:docMk/>
            <pc:sldMk cId="616626979" sldId="322"/>
            <ac:spMk id="1826" creationId="{CB20995A-78C0-2AC1-0E97-04A4A0D267C8}"/>
          </ac:spMkLst>
        </pc:spChg>
        <pc:spChg chg="mod">
          <ac:chgData name="Khánh KDN" userId="4963d1a5c4f3c49a" providerId="LiveId" clId="{70A2B0C4-1FE9-4551-A9B6-0AD732276D23}" dt="2025-12-06T07:28:52.070" v="3269"/>
          <ac:spMkLst>
            <pc:docMk/>
            <pc:sldMk cId="616626979" sldId="322"/>
            <ac:spMk id="1828" creationId="{FD846A16-5AE1-FF98-A919-3D797EE410FB}"/>
          </ac:spMkLst>
        </pc:spChg>
        <pc:spChg chg="mod">
          <ac:chgData name="Khánh KDN" userId="4963d1a5c4f3c49a" providerId="LiveId" clId="{70A2B0C4-1FE9-4551-A9B6-0AD732276D23}" dt="2025-12-06T07:36:30.064" v="3292" actId="1076"/>
          <ac:spMkLst>
            <pc:docMk/>
            <pc:sldMk cId="616626979" sldId="322"/>
            <ac:spMk id="1829" creationId="{95D85AF2-CCDC-D51D-C643-A651B52B9BA7}"/>
          </ac:spMkLst>
        </pc:spChg>
        <pc:spChg chg="mod">
          <ac:chgData name="Khánh KDN" userId="4963d1a5c4f3c49a" providerId="LiveId" clId="{70A2B0C4-1FE9-4551-A9B6-0AD732276D23}" dt="2025-12-06T07:35:06.787" v="3279" actId="1076"/>
          <ac:spMkLst>
            <pc:docMk/>
            <pc:sldMk cId="616626979" sldId="322"/>
            <ac:spMk id="1832" creationId="{19E9AC81-DEF5-5EEF-B6FC-DDD1ABAF9541}"/>
          </ac:spMkLst>
        </pc:spChg>
        <pc:grpChg chg="mod">
          <ac:chgData name="Khánh KDN" userId="4963d1a5c4f3c49a" providerId="LiveId" clId="{70A2B0C4-1FE9-4551-A9B6-0AD732276D23}" dt="2025-12-06T07:36:12.914" v="3290" actId="1076"/>
          <ac:grpSpMkLst>
            <pc:docMk/>
            <pc:sldMk cId="616626979" sldId="322"/>
            <ac:grpSpMk id="11" creationId="{B63EC03A-684D-EB90-BDD6-207646668394}"/>
          </ac:grpSpMkLst>
        </pc:grpChg>
      </pc:sldChg>
      <pc:sldMasterChg chg="delSldLayout">
        <pc:chgData name="Khánh KDN" userId="4963d1a5c4f3c49a" providerId="LiveId" clId="{70A2B0C4-1FE9-4551-A9B6-0AD732276D23}" dt="2025-12-06T07:27:46.722" v="3263" actId="47"/>
        <pc:sldMasterMkLst>
          <pc:docMk/>
          <pc:sldMasterMk cId="0" sldId="2147483676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53FA75-467F-E1A9-6E34-CD7D3B9674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97B5D1-E3BD-D311-97E2-5DF9B3703F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1024A-FAED-47BC-B7AD-60509AEFFC2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673A5-6F46-B62C-703D-B39A78F856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380AE-FE90-B349-B6BC-16A370E54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038A4-5C02-439D-B820-F79A3E6AD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962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>
          <a:extLst>
            <a:ext uri="{FF2B5EF4-FFF2-40B4-BE49-F238E27FC236}">
              <a16:creationId xmlns:a16="http://schemas.microsoft.com/office/drawing/2014/main" id="{E5BC5B88-803A-1314-4CFE-8647DFC3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54dda1946d_6_322:notes">
            <a:extLst>
              <a:ext uri="{FF2B5EF4-FFF2-40B4-BE49-F238E27FC236}">
                <a16:creationId xmlns:a16="http://schemas.microsoft.com/office/drawing/2014/main" id="{BBE72A3A-5A8F-4A5C-A87A-14E5424CD2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54dda1946d_6_322:notes">
            <a:extLst>
              <a:ext uri="{FF2B5EF4-FFF2-40B4-BE49-F238E27FC236}">
                <a16:creationId xmlns:a16="http://schemas.microsoft.com/office/drawing/2014/main" id="{1DE86C37-BD80-F251-32E1-80ED0FCCF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9200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266BDBC2-FA25-57DB-68DB-1488E77E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D56E5A9E-CD5B-91D9-4943-A94A7FC58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1BC4FC18-C50E-BCF1-8302-E7945FF03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200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170B7B09-80E5-8A57-933D-7A303394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3AE329C8-10CD-574F-212F-383FF2E49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576A4BFF-7058-EBB6-1802-402CE5084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2775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E55230D7-E2E4-0811-FD97-EDF09CB3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20754E42-953B-D04F-6315-2ADB2ADCB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47C159DC-92D7-7C83-C5EB-1422CB19F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259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03136483-D73A-B387-9C9D-36CF6F75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5EE30DCD-44D4-0E85-243A-E859B4E7D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B873C74C-61EB-EE04-7F35-4C2991380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392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E8E61156-C6AD-CB55-DAD5-48783E54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9BB2A350-B369-CD10-50E4-7B7D56B935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7CBEC73D-277D-95AE-778F-648E50797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627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489696FC-2213-DC06-D7AA-44D2DCAF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6B0B3DD1-D66B-ECD1-4C9B-C9C29A2669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9E2537BB-27ED-9564-11FD-86A41153E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57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24451537-5C49-277F-98F5-CF181EE7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2C381439-77AF-7D6B-9947-721401B21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B5224738-92DB-DAC6-4356-D999E9FCF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3970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F605580B-5AB2-6ABF-CE26-3BCC6C3F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E3AE9DE6-08FF-77A8-2F04-3822C82C9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29315C2F-747A-6D78-2659-522FC1696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0071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D23E86F6-A709-37F9-2B8B-B3A495A3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57244484-F849-A9CB-835F-089DC417B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977EC9A6-4443-F1C1-BAF2-16D0B4D11F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00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45E00160-8820-3E67-9BA8-B32E1AF9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80697CB2-193C-A208-2D0E-FD7BBE1B0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938E8C28-3F5B-D600-784D-AA3658785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8021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8AB5C554-D93E-B3BB-3D7E-9E1AC8EE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1CF8E44C-2E5A-9A0E-3374-B0F0B3979C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812E2FBC-10B7-EB1E-B83F-EF2F468D8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8632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D92D69A4-EAE9-F256-CA41-6B33D512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408F4337-6B58-5AD9-C480-9B203C58A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49025387-BC85-CE9C-B253-2A23C74EE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223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F2109C31-C08C-016E-A2CF-D005BC91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53FF1C6C-0D91-BAAC-5FF5-04C8FEF7B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7D3AA05D-DBF8-40F9-7B7E-0C09BB6C2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1378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5F36C7A1-38FA-17D5-1978-D67B8112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CF1AF884-8E0A-A672-650E-9DE244CEF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BCB95C1D-2190-D2AA-8EC1-E207CEA59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821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950E23F8-CDD5-5C82-AF55-16585978E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919D40FB-1733-F25B-A43A-CD99F3FB2D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63850390-9C26-48EF-EFB8-E274C4196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20564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>
          <a:extLst>
            <a:ext uri="{FF2B5EF4-FFF2-40B4-BE49-F238E27FC236}">
              <a16:creationId xmlns:a16="http://schemas.microsoft.com/office/drawing/2014/main" id="{A6CF3587-FD18-D0C1-AFFC-2110A19D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2517220450e_0_0:notes">
            <a:extLst>
              <a:ext uri="{FF2B5EF4-FFF2-40B4-BE49-F238E27FC236}">
                <a16:creationId xmlns:a16="http://schemas.microsoft.com/office/drawing/2014/main" id="{7FD3978A-F80A-D456-8CC8-F8CC2876B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2517220450e_0_0:notes">
            <a:extLst>
              <a:ext uri="{FF2B5EF4-FFF2-40B4-BE49-F238E27FC236}">
                <a16:creationId xmlns:a16="http://schemas.microsoft.com/office/drawing/2014/main" id="{C0C84AC6-1BC8-E18C-D230-206F77151F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33342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7704A1D0-3147-52B0-05A1-2575EF53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89FB475B-6D9D-B5FD-EECB-91A6C21DC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B2EC8966-7531-8AC7-3439-76EDB01A6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0448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8B17873C-41E9-D359-88B8-EEAF835DC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4605E1CC-B255-CE4C-2251-95A6FEE45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B9D6F7E0-AD50-C5C8-43B1-0A5100627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8174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EFF755C5-2FB5-C459-8950-CF7D6C69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A00C4ACE-06A4-1DC2-64FA-E2CC96D0E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1FB61273-321D-AB89-2537-10EEC7245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3191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"/>
          <p:cNvGrpSpPr/>
          <p:nvPr/>
        </p:nvGrpSpPr>
        <p:grpSpPr>
          <a:xfrm>
            <a:off x="-665329" y="-550523"/>
            <a:ext cx="10681879" cy="2677818"/>
            <a:chOff x="-665329" y="-550523"/>
            <a:chExt cx="10681879" cy="2677818"/>
          </a:xfrm>
        </p:grpSpPr>
        <p:sp>
          <p:nvSpPr>
            <p:cNvPr id="121" name="Google Shape;121;p2"/>
            <p:cNvSpPr/>
            <p:nvPr/>
          </p:nvSpPr>
          <p:spPr>
            <a:xfrm>
              <a:off x="8430776" y="5395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 rot="-5400000">
              <a:off x="-663935" y="-551917"/>
              <a:ext cx="2187374" cy="2190162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389190" y="-20882"/>
            <a:ext cx="9310722" cy="4714870"/>
            <a:chOff x="389190" y="-20882"/>
            <a:chExt cx="9310722" cy="4714870"/>
          </a:xfrm>
        </p:grpSpPr>
        <p:sp>
          <p:nvSpPr>
            <p:cNvPr id="97" name="Google Shape;97;p2"/>
            <p:cNvSpPr/>
            <p:nvPr/>
          </p:nvSpPr>
          <p:spPr>
            <a:xfrm>
              <a:off x="8747413" y="857148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" name="Google Shape;98;p2"/>
            <p:cNvGrpSpPr/>
            <p:nvPr/>
          </p:nvGrpSpPr>
          <p:grpSpPr>
            <a:xfrm>
              <a:off x="5548300" y="539495"/>
              <a:ext cx="1237444" cy="142871"/>
              <a:chOff x="2103451" y="4214000"/>
              <a:chExt cx="769938" cy="88900"/>
            </a:xfrm>
          </p:grpSpPr>
          <p:sp>
            <p:nvSpPr>
              <p:cNvPr id="99" name="Google Shape;99;p2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2"/>
            <p:cNvGrpSpPr/>
            <p:nvPr/>
          </p:nvGrpSpPr>
          <p:grpSpPr>
            <a:xfrm>
              <a:off x="468315" y="4411217"/>
              <a:ext cx="854919" cy="282771"/>
              <a:chOff x="468315" y="4411217"/>
              <a:chExt cx="854919" cy="282771"/>
            </a:xfrm>
          </p:grpSpPr>
          <p:grpSp>
            <p:nvGrpSpPr>
              <p:cNvPr id="105" name="Google Shape;105;p2"/>
              <p:cNvGrpSpPr/>
              <p:nvPr/>
            </p:nvGrpSpPr>
            <p:grpSpPr>
              <a:xfrm>
                <a:off x="468315" y="4613117"/>
                <a:ext cx="854919" cy="80871"/>
                <a:chOff x="1528400" y="4392825"/>
                <a:chExt cx="1959475" cy="185400"/>
              </a:xfrm>
            </p:grpSpPr>
            <p:sp>
              <p:nvSpPr>
                <p:cNvPr id="106" name="Google Shape;106;p2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1" name="Google Shape;111;p2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12" name="Google Shape;112;p2"/>
              <p:cNvGrpSpPr/>
              <p:nvPr/>
            </p:nvGrpSpPr>
            <p:grpSpPr>
              <a:xfrm>
                <a:off x="468315" y="4411217"/>
                <a:ext cx="854919" cy="80871"/>
                <a:chOff x="1528400" y="4392825"/>
                <a:chExt cx="1959475" cy="185400"/>
              </a:xfrm>
            </p:grpSpPr>
            <p:sp>
              <p:nvSpPr>
                <p:cNvPr id="113" name="Google Shape;113;p2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sp>
          <p:nvSpPr>
            <p:cNvPr id="119" name="Google Shape;119;p2"/>
            <p:cNvSpPr/>
            <p:nvPr/>
          </p:nvSpPr>
          <p:spPr>
            <a:xfrm rot="-5400000">
              <a:off x="107164" y="261144"/>
              <a:ext cx="1128104" cy="564052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35400" y="1810500"/>
            <a:ext cx="6073200" cy="13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535400" y="3132590"/>
            <a:ext cx="60732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585407" y="4274972"/>
            <a:ext cx="4249916" cy="2447141"/>
            <a:chOff x="5319726" y="23000"/>
            <a:chExt cx="2682689" cy="1544717"/>
          </a:xfrm>
        </p:grpSpPr>
        <p:sp>
          <p:nvSpPr>
            <p:cNvPr id="12" name="Google Shape;12;p2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title" idx="2" hasCustomPrompt="1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3"/>
          <p:cNvSpPr/>
          <p:nvPr/>
        </p:nvSpPr>
        <p:spPr>
          <a:xfrm>
            <a:off x="-424337" y="3724073"/>
            <a:ext cx="952500" cy="952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3"/>
          <p:cNvGrpSpPr/>
          <p:nvPr/>
        </p:nvGrpSpPr>
        <p:grpSpPr>
          <a:xfrm>
            <a:off x="-740974" y="3406425"/>
            <a:ext cx="10892849" cy="3953475"/>
            <a:chOff x="-740974" y="3406425"/>
            <a:chExt cx="10892849" cy="3953475"/>
          </a:xfrm>
        </p:grpSpPr>
        <p:sp>
          <p:nvSpPr>
            <p:cNvPr id="128" name="Google Shape;128;p3"/>
            <p:cNvSpPr/>
            <p:nvPr/>
          </p:nvSpPr>
          <p:spPr>
            <a:xfrm>
              <a:off x="-740974" y="3406425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709675" y="3917700"/>
              <a:ext cx="3442200" cy="3442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52" name="Google Shape;252;p8"/>
          <p:cNvGrpSpPr/>
          <p:nvPr/>
        </p:nvGrpSpPr>
        <p:grpSpPr>
          <a:xfrm rot="5400000">
            <a:off x="-1489368" y="-1183078"/>
            <a:ext cx="4249916" cy="2447141"/>
            <a:chOff x="5319726" y="23000"/>
            <a:chExt cx="2682689" cy="1544717"/>
          </a:xfrm>
        </p:grpSpPr>
        <p:sp>
          <p:nvSpPr>
            <p:cNvPr id="253" name="Google Shape;253;p8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8"/>
          <p:cNvGrpSpPr/>
          <p:nvPr/>
        </p:nvGrpSpPr>
        <p:grpSpPr>
          <a:xfrm>
            <a:off x="-933924" y="2648325"/>
            <a:ext cx="9888276" cy="3473023"/>
            <a:chOff x="-933924" y="2648325"/>
            <a:chExt cx="9888276" cy="3473023"/>
          </a:xfrm>
        </p:grpSpPr>
        <p:sp>
          <p:nvSpPr>
            <p:cNvPr id="338" name="Google Shape;338;p8"/>
            <p:cNvSpPr/>
            <p:nvPr/>
          </p:nvSpPr>
          <p:spPr>
            <a:xfrm>
              <a:off x="-933924" y="2648325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9" name="Google Shape;339;p8"/>
            <p:cNvGrpSpPr/>
            <p:nvPr/>
          </p:nvGrpSpPr>
          <p:grpSpPr>
            <a:xfrm>
              <a:off x="6332602" y="3499598"/>
              <a:ext cx="2621750" cy="2621750"/>
              <a:chOff x="-731673" y="144773"/>
              <a:chExt cx="2621750" cy="2621750"/>
            </a:xfrm>
          </p:grpSpPr>
          <p:sp>
            <p:nvSpPr>
              <p:cNvPr id="340" name="Google Shape;340;p8"/>
              <p:cNvSpPr/>
              <p:nvPr/>
            </p:nvSpPr>
            <p:spPr>
              <a:xfrm rot="-2700000">
                <a:off x="-428886" y="1004025"/>
                <a:ext cx="1458769" cy="1460653"/>
              </a:xfrm>
              <a:custGeom>
                <a:avLst/>
                <a:gdLst/>
                <a:ahLst/>
                <a:cxnLst/>
                <a:rect l="l" t="t" r="r" b="b"/>
                <a:pathLst>
                  <a:path w="785" h="786" extrusionOk="0">
                    <a:moveTo>
                      <a:pt x="393" y="786"/>
                    </a:moveTo>
                    <a:cubicBezTo>
                      <a:pt x="176" y="786"/>
                      <a:pt x="0" y="609"/>
                      <a:pt x="0" y="393"/>
                    </a:cubicBezTo>
                    <a:cubicBezTo>
                      <a:pt x="0" y="176"/>
                      <a:pt x="176" y="0"/>
                      <a:pt x="393" y="0"/>
                    </a:cubicBezTo>
                    <a:cubicBezTo>
                      <a:pt x="609" y="0"/>
                      <a:pt x="785" y="176"/>
                      <a:pt x="785" y="393"/>
                    </a:cubicBezTo>
                    <a:cubicBezTo>
                      <a:pt x="785" y="609"/>
                      <a:pt x="609" y="786"/>
                      <a:pt x="393" y="786"/>
                    </a:cubicBezTo>
                    <a:close/>
                    <a:moveTo>
                      <a:pt x="393" y="4"/>
                    </a:moveTo>
                    <a:cubicBezTo>
                      <a:pt x="178" y="4"/>
                      <a:pt x="4" y="178"/>
                      <a:pt x="4" y="393"/>
                    </a:cubicBezTo>
                    <a:cubicBezTo>
                      <a:pt x="4" y="607"/>
                      <a:pt x="178" y="782"/>
                      <a:pt x="393" y="782"/>
                    </a:cubicBezTo>
                    <a:cubicBezTo>
                      <a:pt x="607" y="782"/>
                      <a:pt x="781" y="607"/>
                      <a:pt x="781" y="393"/>
                    </a:cubicBezTo>
                    <a:cubicBezTo>
                      <a:pt x="781" y="178"/>
                      <a:pt x="607" y="4"/>
                      <a:pt x="393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 rot="-2700000">
                <a:off x="128520" y="446619"/>
                <a:ext cx="1458769" cy="1460653"/>
              </a:xfrm>
              <a:custGeom>
                <a:avLst/>
                <a:gdLst/>
                <a:ahLst/>
                <a:cxnLst/>
                <a:rect l="l" t="t" r="r" b="b"/>
                <a:pathLst>
                  <a:path w="785" h="786" extrusionOk="0">
                    <a:moveTo>
                      <a:pt x="393" y="786"/>
                    </a:moveTo>
                    <a:cubicBezTo>
                      <a:pt x="176" y="786"/>
                      <a:pt x="0" y="609"/>
                      <a:pt x="0" y="393"/>
                    </a:cubicBezTo>
                    <a:cubicBezTo>
                      <a:pt x="0" y="176"/>
                      <a:pt x="176" y="0"/>
                      <a:pt x="393" y="0"/>
                    </a:cubicBezTo>
                    <a:cubicBezTo>
                      <a:pt x="609" y="0"/>
                      <a:pt x="785" y="176"/>
                      <a:pt x="785" y="393"/>
                    </a:cubicBezTo>
                    <a:cubicBezTo>
                      <a:pt x="785" y="609"/>
                      <a:pt x="609" y="786"/>
                      <a:pt x="393" y="786"/>
                    </a:cubicBezTo>
                    <a:close/>
                    <a:moveTo>
                      <a:pt x="393" y="4"/>
                    </a:moveTo>
                    <a:cubicBezTo>
                      <a:pt x="178" y="4"/>
                      <a:pt x="4" y="178"/>
                      <a:pt x="4" y="393"/>
                    </a:cubicBezTo>
                    <a:cubicBezTo>
                      <a:pt x="4" y="607"/>
                      <a:pt x="178" y="782"/>
                      <a:pt x="393" y="782"/>
                    </a:cubicBezTo>
                    <a:cubicBezTo>
                      <a:pt x="607" y="782"/>
                      <a:pt x="781" y="607"/>
                      <a:pt x="781" y="393"/>
                    </a:cubicBezTo>
                    <a:cubicBezTo>
                      <a:pt x="781" y="178"/>
                      <a:pt x="607" y="4"/>
                      <a:pt x="393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 rot="-2700000">
                <a:off x="-150183" y="725322"/>
                <a:ext cx="1458769" cy="1460653"/>
              </a:xfrm>
              <a:custGeom>
                <a:avLst/>
                <a:gdLst/>
                <a:ahLst/>
                <a:cxnLst/>
                <a:rect l="l" t="t" r="r" b="b"/>
                <a:pathLst>
                  <a:path w="785" h="786" extrusionOk="0">
                    <a:moveTo>
                      <a:pt x="393" y="786"/>
                    </a:moveTo>
                    <a:cubicBezTo>
                      <a:pt x="176" y="786"/>
                      <a:pt x="0" y="609"/>
                      <a:pt x="0" y="393"/>
                    </a:cubicBezTo>
                    <a:cubicBezTo>
                      <a:pt x="0" y="176"/>
                      <a:pt x="176" y="0"/>
                      <a:pt x="393" y="0"/>
                    </a:cubicBezTo>
                    <a:cubicBezTo>
                      <a:pt x="609" y="0"/>
                      <a:pt x="785" y="176"/>
                      <a:pt x="785" y="393"/>
                    </a:cubicBezTo>
                    <a:cubicBezTo>
                      <a:pt x="785" y="609"/>
                      <a:pt x="609" y="786"/>
                      <a:pt x="393" y="786"/>
                    </a:cubicBezTo>
                    <a:close/>
                    <a:moveTo>
                      <a:pt x="393" y="4"/>
                    </a:moveTo>
                    <a:cubicBezTo>
                      <a:pt x="178" y="4"/>
                      <a:pt x="4" y="178"/>
                      <a:pt x="4" y="393"/>
                    </a:cubicBezTo>
                    <a:cubicBezTo>
                      <a:pt x="4" y="607"/>
                      <a:pt x="178" y="782"/>
                      <a:pt x="393" y="782"/>
                    </a:cubicBezTo>
                    <a:cubicBezTo>
                      <a:pt x="607" y="782"/>
                      <a:pt x="781" y="607"/>
                      <a:pt x="781" y="393"/>
                    </a:cubicBezTo>
                    <a:cubicBezTo>
                      <a:pt x="781" y="178"/>
                      <a:pt x="607" y="4"/>
                      <a:pt x="393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8"/>
          <p:cNvGrpSpPr/>
          <p:nvPr/>
        </p:nvGrpSpPr>
        <p:grpSpPr>
          <a:xfrm>
            <a:off x="-617287" y="539505"/>
            <a:ext cx="9048071" cy="4272948"/>
            <a:chOff x="-617287" y="539505"/>
            <a:chExt cx="9048071" cy="4272948"/>
          </a:xfrm>
        </p:grpSpPr>
        <p:sp>
          <p:nvSpPr>
            <p:cNvPr id="344" name="Google Shape;344;p8"/>
            <p:cNvSpPr/>
            <p:nvPr/>
          </p:nvSpPr>
          <p:spPr>
            <a:xfrm>
              <a:off x="-617287" y="2965973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5" name="Google Shape;345;p8"/>
            <p:cNvGrpSpPr/>
            <p:nvPr/>
          </p:nvGrpSpPr>
          <p:grpSpPr>
            <a:xfrm rot="-5400000">
              <a:off x="1577211" y="4387643"/>
              <a:ext cx="706746" cy="142871"/>
              <a:chOff x="2103451" y="4214000"/>
              <a:chExt cx="439738" cy="88900"/>
            </a:xfrm>
          </p:grpSpPr>
          <p:sp>
            <p:nvSpPr>
              <p:cNvPr id="346" name="Google Shape;346;p8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8"/>
            <p:cNvGrpSpPr/>
            <p:nvPr/>
          </p:nvGrpSpPr>
          <p:grpSpPr>
            <a:xfrm>
              <a:off x="7575865" y="539505"/>
              <a:ext cx="854919" cy="484671"/>
              <a:chOff x="713240" y="4371492"/>
              <a:chExt cx="854919" cy="484671"/>
            </a:xfrm>
          </p:grpSpPr>
          <p:grpSp>
            <p:nvGrpSpPr>
              <p:cNvPr id="350" name="Google Shape;350;p8"/>
              <p:cNvGrpSpPr/>
              <p:nvPr/>
            </p:nvGrpSpPr>
            <p:grpSpPr>
              <a:xfrm>
                <a:off x="713240" y="4775292"/>
                <a:ext cx="854919" cy="80871"/>
                <a:chOff x="1528400" y="4392825"/>
                <a:chExt cx="1959475" cy="185400"/>
              </a:xfrm>
            </p:grpSpPr>
            <p:sp>
              <p:nvSpPr>
                <p:cNvPr id="351" name="Google Shape;351;p8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2" name="Google Shape;352;p8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3" name="Google Shape;353;p8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4" name="Google Shape;354;p8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5" name="Google Shape;355;p8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6" name="Google Shape;356;p8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57" name="Google Shape;357;p8"/>
              <p:cNvGrpSpPr/>
              <p:nvPr/>
            </p:nvGrpSpPr>
            <p:grpSpPr>
              <a:xfrm>
                <a:off x="713240" y="4573392"/>
                <a:ext cx="854919" cy="80871"/>
                <a:chOff x="1528400" y="4392825"/>
                <a:chExt cx="1959475" cy="185400"/>
              </a:xfrm>
            </p:grpSpPr>
            <p:sp>
              <p:nvSpPr>
                <p:cNvPr id="358" name="Google Shape;358;p8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9" name="Google Shape;359;p8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0" name="Google Shape;360;p8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1" name="Google Shape;361;p8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2" name="Google Shape;362;p8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3" name="Google Shape;363;p8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64" name="Google Shape;364;p8"/>
              <p:cNvGrpSpPr/>
              <p:nvPr/>
            </p:nvGrpSpPr>
            <p:grpSpPr>
              <a:xfrm>
                <a:off x="713240" y="4371492"/>
                <a:ext cx="854919" cy="80871"/>
                <a:chOff x="1528400" y="4392825"/>
                <a:chExt cx="1959475" cy="185400"/>
              </a:xfrm>
            </p:grpSpPr>
            <p:sp>
              <p:nvSpPr>
                <p:cNvPr id="365" name="Google Shape;365;p8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6" name="Google Shape;366;p8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7" name="Google Shape;367;p8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8" name="Google Shape;368;p8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9" name="Google Shape;369;p8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"/>
          <p:cNvSpPr txBox="1">
            <a:spLocks noGrp="1"/>
          </p:cNvSpPr>
          <p:nvPr>
            <p:ph type="title"/>
          </p:nvPr>
        </p:nvSpPr>
        <p:spPr>
          <a:xfrm>
            <a:off x="2135550" y="134595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9"/>
          <p:cNvSpPr txBox="1">
            <a:spLocks noGrp="1"/>
          </p:cNvSpPr>
          <p:nvPr>
            <p:ph type="subTitle" idx="1"/>
          </p:nvPr>
        </p:nvSpPr>
        <p:spPr>
          <a:xfrm>
            <a:off x="2135550" y="3310350"/>
            <a:ext cx="4872900" cy="4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Be Vietnam Pro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74" name="Google Shape;374;p9"/>
          <p:cNvGrpSpPr/>
          <p:nvPr/>
        </p:nvGrpSpPr>
        <p:grpSpPr>
          <a:xfrm rot="10800000">
            <a:off x="6364632" y="-830553"/>
            <a:ext cx="4249916" cy="2447141"/>
            <a:chOff x="5319726" y="23000"/>
            <a:chExt cx="2682689" cy="1544717"/>
          </a:xfrm>
        </p:grpSpPr>
        <p:sp>
          <p:nvSpPr>
            <p:cNvPr id="375" name="Google Shape;375;p9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9"/>
          <p:cNvGrpSpPr/>
          <p:nvPr/>
        </p:nvGrpSpPr>
        <p:grpSpPr>
          <a:xfrm>
            <a:off x="5097026" y="4604000"/>
            <a:ext cx="3508675" cy="1587795"/>
            <a:chOff x="5233401" y="3016200"/>
            <a:chExt cx="3508675" cy="1587795"/>
          </a:xfrm>
        </p:grpSpPr>
        <p:sp>
          <p:nvSpPr>
            <p:cNvPr id="460" name="Google Shape;460;p9"/>
            <p:cNvSpPr/>
            <p:nvPr/>
          </p:nvSpPr>
          <p:spPr>
            <a:xfrm>
              <a:off x="7156301" y="30162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6515334" y="30162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5874367" y="30162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5233401" y="30162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9"/>
          <p:cNvGrpSpPr/>
          <p:nvPr/>
        </p:nvGrpSpPr>
        <p:grpSpPr>
          <a:xfrm>
            <a:off x="9" y="406417"/>
            <a:ext cx="971376" cy="4182458"/>
            <a:chOff x="9" y="406417"/>
            <a:chExt cx="971376" cy="4182458"/>
          </a:xfrm>
        </p:grpSpPr>
        <p:sp>
          <p:nvSpPr>
            <p:cNvPr id="465" name="Google Shape;465;p9"/>
            <p:cNvSpPr/>
            <p:nvPr/>
          </p:nvSpPr>
          <p:spPr>
            <a:xfrm rot="-5400000">
              <a:off x="-336337" y="742763"/>
              <a:ext cx="1345383" cy="672692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6" name="Google Shape;466;p9"/>
            <p:cNvGrpSpPr/>
            <p:nvPr/>
          </p:nvGrpSpPr>
          <p:grpSpPr>
            <a:xfrm>
              <a:off x="713214" y="3733956"/>
              <a:ext cx="258171" cy="854919"/>
              <a:chOff x="713214" y="3733956"/>
              <a:chExt cx="258171" cy="854919"/>
            </a:xfrm>
          </p:grpSpPr>
          <p:grpSp>
            <p:nvGrpSpPr>
              <p:cNvPr id="467" name="Google Shape;467;p9"/>
              <p:cNvGrpSpPr/>
              <p:nvPr/>
            </p:nvGrpSpPr>
            <p:grpSpPr>
              <a:xfrm rot="-5400000">
                <a:off x="326190" y="4120980"/>
                <a:ext cx="854919" cy="80871"/>
                <a:chOff x="1528400" y="4392825"/>
                <a:chExt cx="1959475" cy="185400"/>
              </a:xfrm>
            </p:grpSpPr>
            <p:sp>
              <p:nvSpPr>
                <p:cNvPr id="468" name="Google Shape;468;p9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69" name="Google Shape;469;p9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0" name="Google Shape;470;p9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1" name="Google Shape;471;p9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2" name="Google Shape;472;p9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3" name="Google Shape;473;p9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474" name="Google Shape;474;p9"/>
              <p:cNvGrpSpPr/>
              <p:nvPr/>
            </p:nvGrpSpPr>
            <p:grpSpPr>
              <a:xfrm rot="-5400000">
                <a:off x="503490" y="4120980"/>
                <a:ext cx="854919" cy="80871"/>
                <a:chOff x="1528400" y="4392825"/>
                <a:chExt cx="1959475" cy="185400"/>
              </a:xfrm>
            </p:grpSpPr>
            <p:sp>
              <p:nvSpPr>
                <p:cNvPr id="475" name="Google Shape;475;p9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6" name="Google Shape;476;p9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7" name="Google Shape;477;p9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8" name="Google Shape;478;p9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9" name="Google Shape;479;p9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80" name="Google Shape;480;p9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5"/>
          <p:cNvSpPr/>
          <p:nvPr/>
        </p:nvSpPr>
        <p:spPr>
          <a:xfrm>
            <a:off x="5439463" y="-746280"/>
            <a:ext cx="1585775" cy="1587795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5" name="Google Shape;655;p15"/>
          <p:cNvGrpSpPr/>
          <p:nvPr/>
        </p:nvGrpSpPr>
        <p:grpSpPr>
          <a:xfrm>
            <a:off x="8262644" y="1478172"/>
            <a:ext cx="2441690" cy="2434566"/>
            <a:chOff x="3051194" y="-608678"/>
            <a:chExt cx="2441690" cy="2434566"/>
          </a:xfrm>
        </p:grpSpPr>
        <p:sp>
          <p:nvSpPr>
            <p:cNvPr id="656" name="Google Shape;656;p15"/>
            <p:cNvSpPr/>
            <p:nvPr/>
          </p:nvSpPr>
          <p:spPr>
            <a:xfrm rot="10800000">
              <a:off x="4846846" y="1458584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5"/>
            <p:cNvSpPr/>
            <p:nvPr/>
          </p:nvSpPr>
          <p:spPr>
            <a:xfrm rot="10800000">
              <a:off x="4489727" y="1096813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5"/>
            <p:cNvSpPr/>
            <p:nvPr/>
          </p:nvSpPr>
          <p:spPr>
            <a:xfrm rot="10800000">
              <a:off x="4130094" y="739368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5"/>
            <p:cNvSpPr/>
            <p:nvPr/>
          </p:nvSpPr>
          <p:spPr>
            <a:xfrm rot="10800000">
              <a:off x="3772976" y="380030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5"/>
            <p:cNvSpPr/>
            <p:nvPr/>
          </p:nvSpPr>
          <p:spPr>
            <a:xfrm rot="10800000">
              <a:off x="3410828" y="22566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5"/>
            <p:cNvSpPr/>
            <p:nvPr/>
          </p:nvSpPr>
          <p:spPr>
            <a:xfrm rot="10800000">
              <a:off x="3051194" y="-336722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5"/>
            <p:cNvSpPr/>
            <p:nvPr/>
          </p:nvSpPr>
          <p:spPr>
            <a:xfrm rot="10800000">
              <a:off x="4937383" y="1365909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5"/>
            <p:cNvSpPr/>
            <p:nvPr/>
          </p:nvSpPr>
          <p:spPr>
            <a:xfrm rot="10800000">
              <a:off x="4577749" y="1008464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5"/>
            <p:cNvSpPr/>
            <p:nvPr/>
          </p:nvSpPr>
          <p:spPr>
            <a:xfrm rot="10800000">
              <a:off x="4220631" y="649126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5"/>
            <p:cNvSpPr/>
            <p:nvPr/>
          </p:nvSpPr>
          <p:spPr>
            <a:xfrm rot="10800000">
              <a:off x="3860998" y="291662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5"/>
            <p:cNvSpPr/>
            <p:nvPr/>
          </p:nvSpPr>
          <p:spPr>
            <a:xfrm rot="10800000">
              <a:off x="3503880" y="-67971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5"/>
            <p:cNvSpPr/>
            <p:nvPr/>
          </p:nvSpPr>
          <p:spPr>
            <a:xfrm rot="10800000">
              <a:off x="3144203" y="-429742"/>
              <a:ext cx="371956" cy="371956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5"/>
            <p:cNvSpPr/>
            <p:nvPr/>
          </p:nvSpPr>
          <p:spPr>
            <a:xfrm rot="10800000">
              <a:off x="5030435" y="1277560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5"/>
            <p:cNvSpPr/>
            <p:nvPr/>
          </p:nvSpPr>
          <p:spPr>
            <a:xfrm rot="10800000">
              <a:off x="4670801" y="917877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5"/>
            <p:cNvSpPr/>
            <p:nvPr/>
          </p:nvSpPr>
          <p:spPr>
            <a:xfrm rot="10800000">
              <a:off x="4308653" y="560758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5"/>
            <p:cNvSpPr/>
            <p:nvPr/>
          </p:nvSpPr>
          <p:spPr>
            <a:xfrm rot="10800000">
              <a:off x="3951535" y="20112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5"/>
            <p:cNvSpPr/>
            <p:nvPr/>
          </p:nvSpPr>
          <p:spPr>
            <a:xfrm rot="10800000">
              <a:off x="3591902" y="-160646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5"/>
            <p:cNvSpPr/>
            <p:nvPr/>
          </p:nvSpPr>
          <p:spPr>
            <a:xfrm rot="10800000">
              <a:off x="3234783" y="-518091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5"/>
            <p:cNvSpPr/>
            <p:nvPr/>
          </p:nvSpPr>
          <p:spPr>
            <a:xfrm rot="10800000">
              <a:off x="5118457" y="1186973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5"/>
            <p:cNvSpPr/>
            <p:nvPr/>
          </p:nvSpPr>
          <p:spPr>
            <a:xfrm rot="10800000">
              <a:off x="4761338" y="827685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5"/>
            <p:cNvSpPr/>
            <p:nvPr/>
          </p:nvSpPr>
          <p:spPr>
            <a:xfrm rot="10800000">
              <a:off x="4401705" y="467756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5"/>
            <p:cNvSpPr/>
            <p:nvPr/>
          </p:nvSpPr>
          <p:spPr>
            <a:xfrm rot="10800000">
              <a:off x="4041764" y="108450"/>
              <a:ext cx="372220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5"/>
            <p:cNvSpPr/>
            <p:nvPr/>
          </p:nvSpPr>
          <p:spPr>
            <a:xfrm rot="10800000">
              <a:off x="3682439" y="-24904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5"/>
            <p:cNvSpPr/>
            <p:nvPr/>
          </p:nvSpPr>
          <p:spPr>
            <a:xfrm rot="10800000">
              <a:off x="3325013" y="-608678"/>
              <a:ext cx="372220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0" name="Google Shape;680;p15"/>
          <p:cNvGrpSpPr/>
          <p:nvPr/>
        </p:nvGrpSpPr>
        <p:grpSpPr>
          <a:xfrm>
            <a:off x="994382" y="-439725"/>
            <a:ext cx="5714218" cy="5229002"/>
            <a:chOff x="978615" y="-382676"/>
            <a:chExt cx="5714218" cy="5229002"/>
          </a:xfrm>
        </p:grpSpPr>
        <p:sp>
          <p:nvSpPr>
            <p:cNvPr id="681" name="Google Shape;681;p15"/>
            <p:cNvSpPr/>
            <p:nvPr/>
          </p:nvSpPr>
          <p:spPr>
            <a:xfrm>
              <a:off x="5740333" y="-382676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2" name="Google Shape;682;p15"/>
            <p:cNvGrpSpPr/>
            <p:nvPr/>
          </p:nvGrpSpPr>
          <p:grpSpPr>
            <a:xfrm>
              <a:off x="978615" y="4361655"/>
              <a:ext cx="854919" cy="484671"/>
              <a:chOff x="713240" y="4371492"/>
              <a:chExt cx="854919" cy="484671"/>
            </a:xfrm>
          </p:grpSpPr>
          <p:grpSp>
            <p:nvGrpSpPr>
              <p:cNvPr id="683" name="Google Shape;683;p15"/>
              <p:cNvGrpSpPr/>
              <p:nvPr/>
            </p:nvGrpSpPr>
            <p:grpSpPr>
              <a:xfrm>
                <a:off x="713240" y="4775292"/>
                <a:ext cx="854919" cy="80871"/>
                <a:chOff x="1528400" y="4392825"/>
                <a:chExt cx="1959475" cy="185400"/>
              </a:xfrm>
            </p:grpSpPr>
            <p:sp>
              <p:nvSpPr>
                <p:cNvPr id="684" name="Google Shape;684;p15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5" name="Google Shape;685;p15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6" name="Google Shape;686;p15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7" name="Google Shape;687;p15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8" name="Google Shape;688;p15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9" name="Google Shape;689;p15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690" name="Google Shape;690;p15"/>
              <p:cNvGrpSpPr/>
              <p:nvPr/>
            </p:nvGrpSpPr>
            <p:grpSpPr>
              <a:xfrm>
                <a:off x="713240" y="4573392"/>
                <a:ext cx="854919" cy="80871"/>
                <a:chOff x="1528400" y="4392825"/>
                <a:chExt cx="1959475" cy="185400"/>
              </a:xfrm>
            </p:grpSpPr>
            <p:sp>
              <p:nvSpPr>
                <p:cNvPr id="691" name="Google Shape;691;p15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2" name="Google Shape;692;p15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3" name="Google Shape;693;p15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4" name="Google Shape;694;p15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5" name="Google Shape;695;p15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6" name="Google Shape;696;p15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697" name="Google Shape;697;p15"/>
              <p:cNvGrpSpPr/>
              <p:nvPr/>
            </p:nvGrpSpPr>
            <p:grpSpPr>
              <a:xfrm>
                <a:off x="713240" y="4371492"/>
                <a:ext cx="854919" cy="80871"/>
                <a:chOff x="1528400" y="4392825"/>
                <a:chExt cx="1959475" cy="185400"/>
              </a:xfrm>
            </p:grpSpPr>
            <p:sp>
              <p:nvSpPr>
                <p:cNvPr id="698" name="Google Shape;698;p15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9" name="Google Shape;699;p15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700" name="Google Shape;700;p15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701" name="Google Shape;701;p15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702" name="Google Shape;702;p15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703" name="Google Shape;703;p15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  <p:sp>
        <p:nvSpPr>
          <p:cNvPr id="704" name="Google Shape;704;p15"/>
          <p:cNvSpPr txBox="1">
            <a:spLocks noGrp="1"/>
          </p:cNvSpPr>
          <p:nvPr>
            <p:ph type="title"/>
          </p:nvPr>
        </p:nvSpPr>
        <p:spPr>
          <a:xfrm>
            <a:off x="5057900" y="2509725"/>
            <a:ext cx="33000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5"/>
          <p:cNvSpPr txBox="1">
            <a:spLocks noGrp="1"/>
          </p:cNvSpPr>
          <p:nvPr>
            <p:ph type="subTitle" idx="1"/>
          </p:nvPr>
        </p:nvSpPr>
        <p:spPr>
          <a:xfrm>
            <a:off x="5057900" y="3111700"/>
            <a:ext cx="3300000" cy="8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5"/>
          <p:cNvSpPr>
            <a:spLocks noGrp="1"/>
          </p:cNvSpPr>
          <p:nvPr>
            <p:ph type="pic" idx="2"/>
          </p:nvPr>
        </p:nvSpPr>
        <p:spPr>
          <a:xfrm>
            <a:off x="903350" y="687484"/>
            <a:ext cx="2186100" cy="316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707" name="Google Shape;707;p15"/>
          <p:cNvSpPr>
            <a:spLocks noGrp="1"/>
          </p:cNvSpPr>
          <p:nvPr>
            <p:ph type="pic" idx="3"/>
          </p:nvPr>
        </p:nvSpPr>
        <p:spPr>
          <a:xfrm>
            <a:off x="2735324" y="2476210"/>
            <a:ext cx="2145300" cy="2127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708" name="Google Shape;708;p15"/>
          <p:cNvSpPr>
            <a:spLocks noGrp="1"/>
          </p:cNvSpPr>
          <p:nvPr>
            <p:ph type="pic" idx="4"/>
          </p:nvPr>
        </p:nvSpPr>
        <p:spPr>
          <a:xfrm>
            <a:off x="3320739" y="512775"/>
            <a:ext cx="2267700" cy="1784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20"/>
          <p:cNvSpPr txBox="1">
            <a:spLocks noGrp="1"/>
          </p:cNvSpPr>
          <p:nvPr>
            <p:ph type="subTitle" idx="1"/>
          </p:nvPr>
        </p:nvSpPr>
        <p:spPr>
          <a:xfrm>
            <a:off x="720000" y="18870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4" name="Google Shape;1004;p20"/>
          <p:cNvSpPr txBox="1">
            <a:spLocks noGrp="1"/>
          </p:cNvSpPr>
          <p:nvPr>
            <p:ph type="subTitle" idx="2"/>
          </p:nvPr>
        </p:nvSpPr>
        <p:spPr>
          <a:xfrm>
            <a:off x="3384799" y="18870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20"/>
          <p:cNvSpPr txBox="1">
            <a:spLocks noGrp="1"/>
          </p:cNvSpPr>
          <p:nvPr>
            <p:ph type="subTitle" idx="3"/>
          </p:nvPr>
        </p:nvSpPr>
        <p:spPr>
          <a:xfrm>
            <a:off x="720000" y="36848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20"/>
          <p:cNvSpPr txBox="1">
            <a:spLocks noGrp="1"/>
          </p:cNvSpPr>
          <p:nvPr>
            <p:ph type="subTitle" idx="4"/>
          </p:nvPr>
        </p:nvSpPr>
        <p:spPr>
          <a:xfrm>
            <a:off x="3384799" y="36848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7" name="Google Shape;1007;p20"/>
          <p:cNvSpPr txBox="1">
            <a:spLocks noGrp="1"/>
          </p:cNvSpPr>
          <p:nvPr>
            <p:ph type="subTitle" idx="5"/>
          </p:nvPr>
        </p:nvSpPr>
        <p:spPr>
          <a:xfrm>
            <a:off x="6049598" y="18870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8" name="Google Shape;1008;p20"/>
          <p:cNvSpPr txBox="1">
            <a:spLocks noGrp="1"/>
          </p:cNvSpPr>
          <p:nvPr>
            <p:ph type="subTitle" idx="6"/>
          </p:nvPr>
        </p:nvSpPr>
        <p:spPr>
          <a:xfrm>
            <a:off x="6049598" y="36848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9" name="Google Shape;1009;p20"/>
          <p:cNvSpPr txBox="1">
            <a:spLocks noGrp="1"/>
          </p:cNvSpPr>
          <p:nvPr>
            <p:ph type="subTitle" idx="7"/>
          </p:nvPr>
        </p:nvSpPr>
        <p:spPr>
          <a:xfrm>
            <a:off x="720000" y="1571850"/>
            <a:ext cx="237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0" name="Google Shape;1010;p20"/>
          <p:cNvSpPr txBox="1">
            <a:spLocks noGrp="1"/>
          </p:cNvSpPr>
          <p:nvPr>
            <p:ph type="subTitle" idx="8"/>
          </p:nvPr>
        </p:nvSpPr>
        <p:spPr>
          <a:xfrm>
            <a:off x="3386146" y="1571850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1" name="Google Shape;1011;p20"/>
          <p:cNvSpPr txBox="1">
            <a:spLocks noGrp="1"/>
          </p:cNvSpPr>
          <p:nvPr>
            <p:ph type="subTitle" idx="9"/>
          </p:nvPr>
        </p:nvSpPr>
        <p:spPr>
          <a:xfrm>
            <a:off x="6050943" y="1571850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2" name="Google Shape;1012;p20"/>
          <p:cNvSpPr txBox="1">
            <a:spLocks noGrp="1"/>
          </p:cNvSpPr>
          <p:nvPr>
            <p:ph type="subTitle" idx="13"/>
          </p:nvPr>
        </p:nvSpPr>
        <p:spPr>
          <a:xfrm>
            <a:off x="720000" y="3366424"/>
            <a:ext cx="237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3" name="Google Shape;1013;p20"/>
          <p:cNvSpPr txBox="1">
            <a:spLocks noGrp="1"/>
          </p:cNvSpPr>
          <p:nvPr>
            <p:ph type="subTitle" idx="14"/>
          </p:nvPr>
        </p:nvSpPr>
        <p:spPr>
          <a:xfrm>
            <a:off x="3386146" y="3366428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4" name="Google Shape;1014;p20"/>
          <p:cNvSpPr txBox="1">
            <a:spLocks noGrp="1"/>
          </p:cNvSpPr>
          <p:nvPr>
            <p:ph type="subTitle" idx="15"/>
          </p:nvPr>
        </p:nvSpPr>
        <p:spPr>
          <a:xfrm>
            <a:off x="6050943" y="3366428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grpSp>
        <p:nvGrpSpPr>
          <p:cNvPr id="1015" name="Google Shape;1015;p20"/>
          <p:cNvGrpSpPr/>
          <p:nvPr/>
        </p:nvGrpSpPr>
        <p:grpSpPr>
          <a:xfrm rot="5400000">
            <a:off x="-1156342" y="1336991"/>
            <a:ext cx="1872288" cy="1866825"/>
            <a:chOff x="3051194" y="-608678"/>
            <a:chExt cx="2441690" cy="2434566"/>
          </a:xfrm>
        </p:grpSpPr>
        <p:sp>
          <p:nvSpPr>
            <p:cNvPr id="1016" name="Google Shape;1016;p20"/>
            <p:cNvSpPr/>
            <p:nvPr/>
          </p:nvSpPr>
          <p:spPr>
            <a:xfrm rot="10800000">
              <a:off x="4846846" y="1458584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20"/>
            <p:cNvSpPr/>
            <p:nvPr/>
          </p:nvSpPr>
          <p:spPr>
            <a:xfrm rot="10800000">
              <a:off x="4489727" y="1096813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20"/>
            <p:cNvSpPr/>
            <p:nvPr/>
          </p:nvSpPr>
          <p:spPr>
            <a:xfrm rot="10800000">
              <a:off x="4130094" y="739368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20"/>
            <p:cNvSpPr/>
            <p:nvPr/>
          </p:nvSpPr>
          <p:spPr>
            <a:xfrm rot="10800000">
              <a:off x="3772976" y="380030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20"/>
            <p:cNvSpPr/>
            <p:nvPr/>
          </p:nvSpPr>
          <p:spPr>
            <a:xfrm rot="10800000">
              <a:off x="3410828" y="22566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20"/>
            <p:cNvSpPr/>
            <p:nvPr/>
          </p:nvSpPr>
          <p:spPr>
            <a:xfrm rot="10800000">
              <a:off x="3051194" y="-336722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20"/>
            <p:cNvSpPr/>
            <p:nvPr/>
          </p:nvSpPr>
          <p:spPr>
            <a:xfrm rot="10800000">
              <a:off x="4937383" y="1365909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20"/>
            <p:cNvSpPr/>
            <p:nvPr/>
          </p:nvSpPr>
          <p:spPr>
            <a:xfrm rot="10800000">
              <a:off x="4577749" y="1008464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20"/>
            <p:cNvSpPr/>
            <p:nvPr/>
          </p:nvSpPr>
          <p:spPr>
            <a:xfrm rot="10800000">
              <a:off x="4220631" y="649126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20"/>
            <p:cNvSpPr/>
            <p:nvPr/>
          </p:nvSpPr>
          <p:spPr>
            <a:xfrm rot="10800000">
              <a:off x="3860998" y="291662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20"/>
            <p:cNvSpPr/>
            <p:nvPr/>
          </p:nvSpPr>
          <p:spPr>
            <a:xfrm rot="10800000">
              <a:off x="3503880" y="-67971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20"/>
            <p:cNvSpPr/>
            <p:nvPr/>
          </p:nvSpPr>
          <p:spPr>
            <a:xfrm rot="10800000">
              <a:off x="3144203" y="-429742"/>
              <a:ext cx="371956" cy="371956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20"/>
            <p:cNvSpPr/>
            <p:nvPr/>
          </p:nvSpPr>
          <p:spPr>
            <a:xfrm rot="10800000">
              <a:off x="5030435" y="1277560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20"/>
            <p:cNvSpPr/>
            <p:nvPr/>
          </p:nvSpPr>
          <p:spPr>
            <a:xfrm rot="10800000">
              <a:off x="4670801" y="917877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20"/>
            <p:cNvSpPr/>
            <p:nvPr/>
          </p:nvSpPr>
          <p:spPr>
            <a:xfrm rot="10800000">
              <a:off x="4308653" y="560758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20"/>
            <p:cNvSpPr/>
            <p:nvPr/>
          </p:nvSpPr>
          <p:spPr>
            <a:xfrm rot="10800000">
              <a:off x="3951535" y="20112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20"/>
            <p:cNvSpPr/>
            <p:nvPr/>
          </p:nvSpPr>
          <p:spPr>
            <a:xfrm rot="10800000">
              <a:off x="3591902" y="-160646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20"/>
            <p:cNvSpPr/>
            <p:nvPr/>
          </p:nvSpPr>
          <p:spPr>
            <a:xfrm rot="10800000">
              <a:off x="3234783" y="-518091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20"/>
            <p:cNvSpPr/>
            <p:nvPr/>
          </p:nvSpPr>
          <p:spPr>
            <a:xfrm rot="10800000">
              <a:off x="5118457" y="1186973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20"/>
            <p:cNvSpPr/>
            <p:nvPr/>
          </p:nvSpPr>
          <p:spPr>
            <a:xfrm rot="10800000">
              <a:off x="4761338" y="827685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20"/>
            <p:cNvSpPr/>
            <p:nvPr/>
          </p:nvSpPr>
          <p:spPr>
            <a:xfrm rot="10800000">
              <a:off x="4401705" y="467756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20"/>
            <p:cNvSpPr/>
            <p:nvPr/>
          </p:nvSpPr>
          <p:spPr>
            <a:xfrm rot="10800000">
              <a:off x="4041764" y="108450"/>
              <a:ext cx="372220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20"/>
            <p:cNvSpPr/>
            <p:nvPr/>
          </p:nvSpPr>
          <p:spPr>
            <a:xfrm rot="10800000">
              <a:off x="3682439" y="-24904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20"/>
            <p:cNvSpPr/>
            <p:nvPr/>
          </p:nvSpPr>
          <p:spPr>
            <a:xfrm rot="10800000">
              <a:off x="3325013" y="-608678"/>
              <a:ext cx="372220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0" name="Google Shape;1040;p20"/>
          <p:cNvSpPr/>
          <p:nvPr/>
        </p:nvSpPr>
        <p:spPr>
          <a:xfrm>
            <a:off x="6943126" y="-1048300"/>
            <a:ext cx="1585775" cy="1587795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1" name="Google Shape;1041;p20"/>
          <p:cNvGrpSpPr/>
          <p:nvPr/>
        </p:nvGrpSpPr>
        <p:grpSpPr>
          <a:xfrm rot="-5400000">
            <a:off x="8431196" y="4467120"/>
            <a:ext cx="709298" cy="142871"/>
            <a:chOff x="2043046" y="2365445"/>
            <a:chExt cx="709298" cy="142871"/>
          </a:xfrm>
        </p:grpSpPr>
        <p:sp>
          <p:nvSpPr>
            <p:cNvPr id="1042" name="Google Shape;1042;p20"/>
            <p:cNvSpPr/>
            <p:nvPr/>
          </p:nvSpPr>
          <p:spPr>
            <a:xfrm>
              <a:off x="2043046" y="2365445"/>
              <a:ext cx="178600" cy="142871"/>
            </a:xfrm>
            <a:custGeom>
              <a:avLst/>
              <a:gdLst/>
              <a:ahLst/>
              <a:cxnLst/>
              <a:rect l="l" t="t" r="r" b="b"/>
              <a:pathLst>
                <a:path w="70" h="56" extrusionOk="0">
                  <a:moveTo>
                    <a:pt x="70" y="56"/>
                  </a:moveTo>
                  <a:lnTo>
                    <a:pt x="0" y="56"/>
                  </a:lnTo>
                  <a:lnTo>
                    <a:pt x="36" y="0"/>
                  </a:lnTo>
                  <a:lnTo>
                    <a:pt x="70" y="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2310946" y="2365445"/>
              <a:ext cx="178600" cy="142871"/>
            </a:xfrm>
            <a:custGeom>
              <a:avLst/>
              <a:gdLst/>
              <a:ahLst/>
              <a:cxnLst/>
              <a:rect l="l" t="t" r="r" b="b"/>
              <a:pathLst>
                <a:path w="70" h="56" extrusionOk="0">
                  <a:moveTo>
                    <a:pt x="70" y="56"/>
                  </a:moveTo>
                  <a:lnTo>
                    <a:pt x="0" y="56"/>
                  </a:lnTo>
                  <a:lnTo>
                    <a:pt x="34" y="0"/>
                  </a:lnTo>
                  <a:lnTo>
                    <a:pt x="70" y="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2573743" y="2365445"/>
              <a:ext cx="178600" cy="142871"/>
            </a:xfrm>
            <a:custGeom>
              <a:avLst/>
              <a:gdLst/>
              <a:ahLst/>
              <a:cxnLst/>
              <a:rect l="l" t="t" r="r" b="b"/>
              <a:pathLst>
                <a:path w="70" h="56" extrusionOk="0">
                  <a:moveTo>
                    <a:pt x="70" y="56"/>
                  </a:moveTo>
                  <a:lnTo>
                    <a:pt x="0" y="56"/>
                  </a:lnTo>
                  <a:lnTo>
                    <a:pt x="35" y="0"/>
                  </a:lnTo>
                  <a:lnTo>
                    <a:pt x="70" y="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53" name="Google Shape;1153;p22"/>
          <p:cNvSpPr/>
          <p:nvPr/>
        </p:nvSpPr>
        <p:spPr>
          <a:xfrm rot="10800000">
            <a:off x="8339725" y="0"/>
            <a:ext cx="1683776" cy="1685899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4" name="Google Shape;1154;p22"/>
          <p:cNvGrpSpPr/>
          <p:nvPr/>
        </p:nvGrpSpPr>
        <p:grpSpPr>
          <a:xfrm>
            <a:off x="267700" y="218970"/>
            <a:ext cx="9380638" cy="4669919"/>
            <a:chOff x="267700" y="218970"/>
            <a:chExt cx="9380638" cy="4669919"/>
          </a:xfrm>
        </p:grpSpPr>
        <p:grpSp>
          <p:nvGrpSpPr>
            <p:cNvPr id="1155" name="Google Shape;1155;p22"/>
            <p:cNvGrpSpPr/>
            <p:nvPr/>
          </p:nvGrpSpPr>
          <p:grpSpPr>
            <a:xfrm>
              <a:off x="267700" y="218970"/>
              <a:ext cx="1237444" cy="142871"/>
              <a:chOff x="2103451" y="4214000"/>
              <a:chExt cx="769938" cy="88900"/>
            </a:xfrm>
          </p:grpSpPr>
          <p:sp>
            <p:nvSpPr>
              <p:cNvPr id="1156" name="Google Shape;1156;p22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22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22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22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22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1" name="Google Shape;1161;p22"/>
            <p:cNvSpPr/>
            <p:nvPr/>
          </p:nvSpPr>
          <p:spPr>
            <a:xfrm rot="10800000">
              <a:off x="8677711" y="404924"/>
              <a:ext cx="970627" cy="485308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2" name="Google Shape;1162;p22"/>
            <p:cNvGrpSpPr/>
            <p:nvPr/>
          </p:nvGrpSpPr>
          <p:grpSpPr>
            <a:xfrm>
              <a:off x="3607240" y="4808017"/>
              <a:ext cx="854919" cy="80871"/>
              <a:chOff x="1528400" y="4392825"/>
              <a:chExt cx="1959475" cy="185400"/>
            </a:xfrm>
          </p:grpSpPr>
          <p:sp>
            <p:nvSpPr>
              <p:cNvPr id="1163" name="Google Shape;1163;p22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5"/>
          <p:cNvSpPr txBox="1">
            <a:spLocks noGrp="1"/>
          </p:cNvSpPr>
          <p:nvPr>
            <p:ph type="title"/>
          </p:nvPr>
        </p:nvSpPr>
        <p:spPr>
          <a:xfrm>
            <a:off x="2347963" y="9876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9" name="Google Shape;1369;p25"/>
          <p:cNvSpPr txBox="1">
            <a:spLocks noGrp="1"/>
          </p:cNvSpPr>
          <p:nvPr>
            <p:ph type="subTitle" idx="1"/>
          </p:nvPr>
        </p:nvSpPr>
        <p:spPr>
          <a:xfrm>
            <a:off x="2347925" y="1990309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371" name="Google Shape;1371;p25"/>
          <p:cNvGrpSpPr/>
          <p:nvPr/>
        </p:nvGrpSpPr>
        <p:grpSpPr>
          <a:xfrm>
            <a:off x="613648" y="-491152"/>
            <a:ext cx="7979973" cy="5062980"/>
            <a:chOff x="613648" y="-491152"/>
            <a:chExt cx="7979973" cy="5062980"/>
          </a:xfrm>
        </p:grpSpPr>
        <p:sp>
          <p:nvSpPr>
            <p:cNvPr id="1372" name="Google Shape;1372;p25"/>
            <p:cNvSpPr/>
            <p:nvPr/>
          </p:nvSpPr>
          <p:spPr>
            <a:xfrm>
              <a:off x="5614038" y="-491152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73" name="Google Shape;1373;p25"/>
            <p:cNvGrpSpPr/>
            <p:nvPr/>
          </p:nvGrpSpPr>
          <p:grpSpPr>
            <a:xfrm rot="-5400000">
              <a:off x="331711" y="4147018"/>
              <a:ext cx="706746" cy="142871"/>
              <a:chOff x="2103451" y="4214000"/>
              <a:chExt cx="439738" cy="88900"/>
            </a:xfrm>
          </p:grpSpPr>
          <p:sp>
            <p:nvSpPr>
              <p:cNvPr id="1374" name="Google Shape;1374;p25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7" name="Google Shape;1377;p25"/>
            <p:cNvGrpSpPr/>
            <p:nvPr/>
          </p:nvGrpSpPr>
          <p:grpSpPr>
            <a:xfrm>
              <a:off x="7738702" y="2741142"/>
              <a:ext cx="854919" cy="80871"/>
              <a:chOff x="1528400" y="4392825"/>
              <a:chExt cx="1959475" cy="185400"/>
            </a:xfrm>
          </p:grpSpPr>
          <p:sp>
            <p:nvSpPr>
              <p:cNvPr id="1378" name="Google Shape;1378;p25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384" name="Google Shape;1384;p25"/>
          <p:cNvGrpSpPr/>
          <p:nvPr/>
        </p:nvGrpSpPr>
        <p:grpSpPr>
          <a:xfrm>
            <a:off x="-907475" y="-1017800"/>
            <a:ext cx="7790650" cy="2450251"/>
            <a:chOff x="-907475" y="-1017800"/>
            <a:chExt cx="7790650" cy="2450251"/>
          </a:xfrm>
        </p:grpSpPr>
        <p:sp>
          <p:nvSpPr>
            <p:cNvPr id="1385" name="Google Shape;1385;p25"/>
            <p:cNvSpPr/>
            <p:nvPr/>
          </p:nvSpPr>
          <p:spPr>
            <a:xfrm>
              <a:off x="5297401" y="-8088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25"/>
            <p:cNvSpPr/>
            <p:nvPr/>
          </p:nvSpPr>
          <p:spPr>
            <a:xfrm>
              <a:off x="-907475" y="-1017800"/>
              <a:ext cx="2447126" cy="2450251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7" name="Google Shape;1387;p25"/>
          <p:cNvGrpSpPr/>
          <p:nvPr/>
        </p:nvGrpSpPr>
        <p:grpSpPr>
          <a:xfrm rot="-5400000">
            <a:off x="5499882" y="4456047"/>
            <a:ext cx="4249916" cy="2447141"/>
            <a:chOff x="5319726" y="23000"/>
            <a:chExt cx="2682689" cy="1544717"/>
          </a:xfrm>
        </p:grpSpPr>
        <p:sp>
          <p:nvSpPr>
            <p:cNvPr id="1388" name="Google Shape;1388;p25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25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25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25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25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25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25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25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25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25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25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25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25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25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25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25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25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25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25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25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25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25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25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25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25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25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25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25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25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25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25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25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25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25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25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25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25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25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25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25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25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25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25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25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25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25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25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25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25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25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25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25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25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25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25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25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25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25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25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25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25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25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25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25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25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25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25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25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25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25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25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25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25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25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25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25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25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25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25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25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25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25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25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25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26"/>
          <p:cNvGrpSpPr/>
          <p:nvPr/>
        </p:nvGrpSpPr>
        <p:grpSpPr>
          <a:xfrm rot="10800000">
            <a:off x="1598307" y="-1478328"/>
            <a:ext cx="4249916" cy="2447141"/>
            <a:chOff x="5319726" y="23000"/>
            <a:chExt cx="2682689" cy="1544717"/>
          </a:xfrm>
        </p:grpSpPr>
        <p:sp>
          <p:nvSpPr>
            <p:cNvPr id="1474" name="Google Shape;1474;p26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26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26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26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26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26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26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26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26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26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26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26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26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26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26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26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26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26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26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26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26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26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26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26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26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26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26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26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26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26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26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26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26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26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26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26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26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26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26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26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26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26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26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26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26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26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26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26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26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26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26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26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26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26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26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26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26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26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26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26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26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26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26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26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26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26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26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26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26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26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26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26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26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26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26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26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26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26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26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26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26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26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26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26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8" name="Google Shape;1558;p26"/>
          <p:cNvGrpSpPr/>
          <p:nvPr/>
        </p:nvGrpSpPr>
        <p:grpSpPr>
          <a:xfrm>
            <a:off x="-555912" y="965878"/>
            <a:ext cx="10235018" cy="3856338"/>
            <a:chOff x="-555912" y="965878"/>
            <a:chExt cx="10235018" cy="3856338"/>
          </a:xfrm>
        </p:grpSpPr>
        <p:sp>
          <p:nvSpPr>
            <p:cNvPr id="1559" name="Google Shape;1559;p26"/>
            <p:cNvSpPr/>
            <p:nvPr/>
          </p:nvSpPr>
          <p:spPr>
            <a:xfrm>
              <a:off x="-555912" y="3409198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0" name="Google Shape;1560;p26"/>
            <p:cNvGrpSpPr/>
            <p:nvPr/>
          </p:nvGrpSpPr>
          <p:grpSpPr>
            <a:xfrm>
              <a:off x="6233500" y="4679345"/>
              <a:ext cx="1237444" cy="142871"/>
              <a:chOff x="2103451" y="4214000"/>
              <a:chExt cx="769938" cy="88900"/>
            </a:xfrm>
          </p:grpSpPr>
          <p:sp>
            <p:nvSpPr>
              <p:cNvPr id="1561" name="Google Shape;1561;p26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26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26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26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26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6" name="Google Shape;1566;p26"/>
            <p:cNvSpPr/>
            <p:nvPr/>
          </p:nvSpPr>
          <p:spPr>
            <a:xfrm>
              <a:off x="8400565" y="965878"/>
              <a:ext cx="1278541" cy="127854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7" name="Google Shape;1567;p26"/>
          <p:cNvGrpSpPr/>
          <p:nvPr/>
        </p:nvGrpSpPr>
        <p:grpSpPr>
          <a:xfrm>
            <a:off x="-872549" y="539500"/>
            <a:ext cx="10976678" cy="4139845"/>
            <a:chOff x="-872549" y="539500"/>
            <a:chExt cx="10976678" cy="4139845"/>
          </a:xfrm>
        </p:grpSpPr>
        <p:sp>
          <p:nvSpPr>
            <p:cNvPr id="1568" name="Google Shape;1568;p26"/>
            <p:cNvSpPr/>
            <p:nvPr/>
          </p:nvSpPr>
          <p:spPr>
            <a:xfrm>
              <a:off x="-872549" y="309155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26"/>
            <p:cNvSpPr/>
            <p:nvPr/>
          </p:nvSpPr>
          <p:spPr>
            <a:xfrm>
              <a:off x="7975543" y="539500"/>
              <a:ext cx="2128585" cy="2131297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27"/>
          <p:cNvSpPr/>
          <p:nvPr/>
        </p:nvSpPr>
        <p:spPr>
          <a:xfrm rot="10800000">
            <a:off x="-633800" y="864150"/>
            <a:ext cx="1683776" cy="1685899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2" name="Google Shape;1572;p27"/>
          <p:cNvGrpSpPr/>
          <p:nvPr/>
        </p:nvGrpSpPr>
        <p:grpSpPr>
          <a:xfrm>
            <a:off x="-295814" y="539506"/>
            <a:ext cx="8977937" cy="4384110"/>
            <a:chOff x="-295814" y="539506"/>
            <a:chExt cx="8977937" cy="4384110"/>
          </a:xfrm>
        </p:grpSpPr>
        <p:grpSp>
          <p:nvGrpSpPr>
            <p:cNvPr id="1573" name="Google Shape;1573;p27"/>
            <p:cNvGrpSpPr/>
            <p:nvPr/>
          </p:nvGrpSpPr>
          <p:grpSpPr>
            <a:xfrm>
              <a:off x="5415875" y="4780745"/>
              <a:ext cx="1237444" cy="142871"/>
              <a:chOff x="2103451" y="4214000"/>
              <a:chExt cx="769938" cy="88900"/>
            </a:xfrm>
          </p:grpSpPr>
          <p:sp>
            <p:nvSpPr>
              <p:cNvPr id="1574" name="Google Shape;1574;p27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27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27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27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7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79" name="Google Shape;1579;p27"/>
            <p:cNvSpPr/>
            <p:nvPr/>
          </p:nvSpPr>
          <p:spPr>
            <a:xfrm rot="10800000">
              <a:off x="-295814" y="1269074"/>
              <a:ext cx="970627" cy="485308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80" name="Google Shape;1580;p27"/>
            <p:cNvGrpSpPr/>
            <p:nvPr/>
          </p:nvGrpSpPr>
          <p:grpSpPr>
            <a:xfrm>
              <a:off x="8430776" y="539506"/>
              <a:ext cx="251346" cy="854919"/>
              <a:chOff x="3909026" y="4335756"/>
              <a:chExt cx="251346" cy="854919"/>
            </a:xfrm>
          </p:grpSpPr>
          <p:grpSp>
            <p:nvGrpSpPr>
              <p:cNvPr id="1581" name="Google Shape;1581;p27"/>
              <p:cNvGrpSpPr/>
              <p:nvPr/>
            </p:nvGrpSpPr>
            <p:grpSpPr>
              <a:xfrm rot="5400000">
                <a:off x="3522002" y="4722780"/>
                <a:ext cx="854919" cy="80871"/>
                <a:chOff x="1528400" y="4392825"/>
                <a:chExt cx="1959475" cy="185400"/>
              </a:xfrm>
            </p:grpSpPr>
            <p:sp>
              <p:nvSpPr>
                <p:cNvPr id="1582" name="Google Shape;1582;p27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3" name="Google Shape;1583;p27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4" name="Google Shape;1584;p27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5" name="Google Shape;1585;p27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6" name="Google Shape;1586;p27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7" name="Google Shape;1587;p27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588" name="Google Shape;1588;p27"/>
              <p:cNvGrpSpPr/>
              <p:nvPr/>
            </p:nvGrpSpPr>
            <p:grpSpPr>
              <a:xfrm rot="5400000">
                <a:off x="3692477" y="4722780"/>
                <a:ext cx="854919" cy="80871"/>
                <a:chOff x="1528400" y="4392825"/>
                <a:chExt cx="1959475" cy="185400"/>
              </a:xfrm>
            </p:grpSpPr>
            <p:sp>
              <p:nvSpPr>
                <p:cNvPr id="1589" name="Google Shape;1589;p27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0" name="Google Shape;1590;p27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1" name="Google Shape;1591;p27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2" name="Google Shape;1592;p27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3" name="Google Shape;1593;p27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4" name="Google Shape;1594;p27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4"/>
          <p:cNvGrpSpPr/>
          <p:nvPr/>
        </p:nvGrpSpPr>
        <p:grpSpPr>
          <a:xfrm>
            <a:off x="7197263" y="-133187"/>
            <a:ext cx="1536947" cy="4879950"/>
            <a:chOff x="7197263" y="-133187"/>
            <a:chExt cx="1536947" cy="4879950"/>
          </a:xfrm>
        </p:grpSpPr>
        <p:sp>
          <p:nvSpPr>
            <p:cNvPr id="135" name="Google Shape;135;p4"/>
            <p:cNvSpPr/>
            <p:nvPr/>
          </p:nvSpPr>
          <p:spPr>
            <a:xfrm>
              <a:off x="7197263" y="-133187"/>
              <a:ext cx="1345383" cy="672692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" name="Google Shape;136;p4"/>
            <p:cNvGrpSpPr/>
            <p:nvPr/>
          </p:nvGrpSpPr>
          <p:grpSpPr>
            <a:xfrm rot="-5400000">
              <a:off x="8266315" y="4278867"/>
              <a:ext cx="854919" cy="80871"/>
              <a:chOff x="1528400" y="4392825"/>
              <a:chExt cx="1959475" cy="185400"/>
            </a:xfrm>
          </p:grpSpPr>
          <p:sp>
            <p:nvSpPr>
              <p:cNvPr id="138" name="Google Shape;138;p4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31" name="Google Shape;1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"/>
          <p:cNvSpPr txBox="1">
            <a:spLocks noGrp="1"/>
          </p:cNvSpPr>
          <p:nvPr>
            <p:ph type="body" idx="1"/>
          </p:nvPr>
        </p:nvSpPr>
        <p:spPr>
          <a:xfrm>
            <a:off x="720000" y="1111776"/>
            <a:ext cx="7704000" cy="3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-790024" y="4353775"/>
            <a:ext cx="1585775" cy="1587795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6232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3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10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9" name="Google Shape;509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8953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0" name="Google Shape;510;p13"/>
          <p:cNvSpPr txBox="1">
            <a:spLocks noGrp="1"/>
          </p:cNvSpPr>
          <p:nvPr>
            <p:ph type="title" idx="4" hasCustomPrompt="1"/>
          </p:nvPr>
        </p:nvSpPr>
        <p:spPr>
          <a:xfrm>
            <a:off x="3306000" y="1610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1" name="Google Shape;511;p13"/>
          <p:cNvSpPr txBox="1">
            <a:spLocks noGrp="1"/>
          </p:cNvSpPr>
          <p:nvPr>
            <p:ph type="title" idx="5" hasCustomPrompt="1"/>
          </p:nvPr>
        </p:nvSpPr>
        <p:spPr>
          <a:xfrm>
            <a:off x="3306000" y="28953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2" name="Google Shape;512;p13"/>
          <p:cNvSpPr txBox="1">
            <a:spLocks noGrp="1"/>
          </p:cNvSpPr>
          <p:nvPr>
            <p:ph type="title" idx="6" hasCustomPrompt="1"/>
          </p:nvPr>
        </p:nvSpPr>
        <p:spPr>
          <a:xfrm>
            <a:off x="5892000" y="1610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3" name="Google Shape;513;p13"/>
          <p:cNvSpPr txBox="1">
            <a:spLocks noGrp="1"/>
          </p:cNvSpPr>
          <p:nvPr>
            <p:ph type="title" idx="7" hasCustomPrompt="1"/>
          </p:nvPr>
        </p:nvSpPr>
        <p:spPr>
          <a:xfrm>
            <a:off x="5892000" y="28953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4" name="Google Shape;514;p13"/>
          <p:cNvSpPr txBox="1">
            <a:spLocks noGrp="1"/>
          </p:cNvSpPr>
          <p:nvPr>
            <p:ph type="subTitle" idx="1"/>
          </p:nvPr>
        </p:nvSpPr>
        <p:spPr>
          <a:xfrm>
            <a:off x="720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5" name="Google Shape;515;p13"/>
          <p:cNvSpPr txBox="1">
            <a:spLocks noGrp="1"/>
          </p:cNvSpPr>
          <p:nvPr>
            <p:ph type="subTitle" idx="8"/>
          </p:nvPr>
        </p:nvSpPr>
        <p:spPr>
          <a:xfrm>
            <a:off x="3306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6" name="Google Shape;516;p13"/>
          <p:cNvSpPr txBox="1">
            <a:spLocks noGrp="1"/>
          </p:cNvSpPr>
          <p:nvPr>
            <p:ph type="subTitle" idx="9"/>
          </p:nvPr>
        </p:nvSpPr>
        <p:spPr>
          <a:xfrm>
            <a:off x="5892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7" name="Google Shape;517;p13"/>
          <p:cNvSpPr txBox="1">
            <a:spLocks noGrp="1"/>
          </p:cNvSpPr>
          <p:nvPr>
            <p:ph type="subTitle" idx="13"/>
          </p:nvPr>
        </p:nvSpPr>
        <p:spPr>
          <a:xfrm>
            <a:off x="720000" y="3297350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8" name="Google Shape;518;p13"/>
          <p:cNvSpPr txBox="1">
            <a:spLocks noGrp="1"/>
          </p:cNvSpPr>
          <p:nvPr>
            <p:ph type="subTitle" idx="14"/>
          </p:nvPr>
        </p:nvSpPr>
        <p:spPr>
          <a:xfrm>
            <a:off x="3306000" y="3297350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9" name="Google Shape;519;p13"/>
          <p:cNvSpPr txBox="1">
            <a:spLocks noGrp="1"/>
          </p:cNvSpPr>
          <p:nvPr>
            <p:ph type="subTitle" idx="15"/>
          </p:nvPr>
        </p:nvSpPr>
        <p:spPr>
          <a:xfrm>
            <a:off x="5892000" y="3297350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grpSp>
        <p:nvGrpSpPr>
          <p:cNvPr id="520" name="Google Shape;520;p13"/>
          <p:cNvGrpSpPr/>
          <p:nvPr/>
        </p:nvGrpSpPr>
        <p:grpSpPr>
          <a:xfrm rot="10800000" flipH="1">
            <a:off x="-3193756" y="-510953"/>
            <a:ext cx="4249916" cy="2447141"/>
            <a:chOff x="5319726" y="23000"/>
            <a:chExt cx="2682689" cy="1544717"/>
          </a:xfrm>
        </p:grpSpPr>
        <p:sp>
          <p:nvSpPr>
            <p:cNvPr id="521" name="Google Shape;521;p13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3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3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3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3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3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" name="Google Shape;605;p13"/>
          <p:cNvSpPr/>
          <p:nvPr/>
        </p:nvSpPr>
        <p:spPr>
          <a:xfrm>
            <a:off x="8314776" y="141800"/>
            <a:ext cx="1585775" cy="1587795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6" name="Google Shape;606;p13"/>
          <p:cNvGrpSpPr/>
          <p:nvPr/>
        </p:nvGrpSpPr>
        <p:grpSpPr>
          <a:xfrm>
            <a:off x="8488561" y="459448"/>
            <a:ext cx="1095352" cy="4258780"/>
            <a:chOff x="8488561" y="459448"/>
            <a:chExt cx="1095352" cy="4258780"/>
          </a:xfrm>
        </p:grpSpPr>
        <p:sp>
          <p:nvSpPr>
            <p:cNvPr id="607" name="Google Shape;607;p13"/>
            <p:cNvSpPr/>
            <p:nvPr/>
          </p:nvSpPr>
          <p:spPr>
            <a:xfrm>
              <a:off x="8631413" y="459448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8" name="Google Shape;608;p13"/>
            <p:cNvGrpSpPr/>
            <p:nvPr/>
          </p:nvGrpSpPr>
          <p:grpSpPr>
            <a:xfrm rot="5400000">
              <a:off x="7941275" y="4028070"/>
              <a:ext cx="1237444" cy="142871"/>
              <a:chOff x="2103451" y="4214000"/>
              <a:chExt cx="769938" cy="88900"/>
            </a:xfrm>
          </p:grpSpPr>
          <p:sp>
            <p:nvSpPr>
              <p:cNvPr id="609" name="Google Shape;609;p13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8260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 txBox="1">
            <a:spLocks noGrp="1"/>
          </p:cNvSpPr>
          <p:nvPr>
            <p:ph type="title"/>
          </p:nvPr>
        </p:nvSpPr>
        <p:spPr>
          <a:xfrm>
            <a:off x="1004850" y="761863"/>
            <a:ext cx="39666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7"/>
          <p:cNvSpPr txBox="1">
            <a:spLocks noGrp="1"/>
          </p:cNvSpPr>
          <p:nvPr>
            <p:ph type="subTitle" idx="1"/>
          </p:nvPr>
        </p:nvSpPr>
        <p:spPr>
          <a:xfrm>
            <a:off x="1004850" y="1789663"/>
            <a:ext cx="39666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ind"/>
              <a:buAutoNum type="arabicPeriod"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742775" y="3258250"/>
            <a:ext cx="3442200" cy="34422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6" name="Google Shape;226;p7"/>
          <p:cNvGrpSpPr/>
          <p:nvPr/>
        </p:nvGrpSpPr>
        <p:grpSpPr>
          <a:xfrm>
            <a:off x="-4" y="148945"/>
            <a:ext cx="8465147" cy="4719168"/>
            <a:chOff x="-4" y="148945"/>
            <a:chExt cx="8465147" cy="4719168"/>
          </a:xfrm>
        </p:grpSpPr>
        <p:sp>
          <p:nvSpPr>
            <p:cNvPr id="227" name="Google Shape;227;p7"/>
            <p:cNvSpPr/>
            <p:nvPr/>
          </p:nvSpPr>
          <p:spPr>
            <a:xfrm rot="-5400000">
              <a:off x="-336349" y="517363"/>
              <a:ext cx="1345383" cy="672692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8" name="Google Shape;228;p7"/>
            <p:cNvGrpSpPr/>
            <p:nvPr/>
          </p:nvGrpSpPr>
          <p:grpSpPr>
            <a:xfrm>
              <a:off x="7227700" y="148945"/>
              <a:ext cx="1237444" cy="142871"/>
              <a:chOff x="2103451" y="4214000"/>
              <a:chExt cx="769938" cy="88900"/>
            </a:xfrm>
          </p:grpSpPr>
          <p:sp>
            <p:nvSpPr>
              <p:cNvPr id="229" name="Google Shape;229;p7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7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7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7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7"/>
            <p:cNvGrpSpPr/>
            <p:nvPr/>
          </p:nvGrpSpPr>
          <p:grpSpPr>
            <a:xfrm rot="-5400000">
              <a:off x="144390" y="4299267"/>
              <a:ext cx="854919" cy="282771"/>
              <a:chOff x="4552665" y="4547017"/>
              <a:chExt cx="854919" cy="282771"/>
            </a:xfrm>
          </p:grpSpPr>
          <p:grpSp>
            <p:nvGrpSpPr>
              <p:cNvPr id="235" name="Google Shape;235;p7"/>
              <p:cNvGrpSpPr/>
              <p:nvPr/>
            </p:nvGrpSpPr>
            <p:grpSpPr>
              <a:xfrm>
                <a:off x="4552665" y="4547017"/>
                <a:ext cx="854919" cy="80871"/>
                <a:chOff x="1528400" y="4392825"/>
                <a:chExt cx="1959475" cy="185400"/>
              </a:xfrm>
            </p:grpSpPr>
            <p:sp>
              <p:nvSpPr>
                <p:cNvPr id="236" name="Google Shape;236;p7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37" name="Google Shape;237;p7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38" name="Google Shape;238;p7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39" name="Google Shape;239;p7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0" name="Google Shape;240;p7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1" name="Google Shape;241;p7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42" name="Google Shape;242;p7"/>
              <p:cNvGrpSpPr/>
              <p:nvPr/>
            </p:nvGrpSpPr>
            <p:grpSpPr>
              <a:xfrm>
                <a:off x="4552665" y="4748917"/>
                <a:ext cx="854919" cy="80871"/>
                <a:chOff x="1528400" y="4392825"/>
                <a:chExt cx="1959475" cy="185400"/>
              </a:xfrm>
            </p:grpSpPr>
            <p:sp>
              <p:nvSpPr>
                <p:cNvPr id="243" name="Google Shape;243;p7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4" name="Google Shape;244;p7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5" name="Google Shape;245;p7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6" name="Google Shape;246;p7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7" name="Google Shape;247;p7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8" name="Google Shape;248;p7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  <p:sp>
        <p:nvSpPr>
          <p:cNvPr id="249" name="Google Shape;249;p7"/>
          <p:cNvSpPr>
            <a:spLocks noGrp="1"/>
          </p:cNvSpPr>
          <p:nvPr>
            <p:ph type="pic" idx="2"/>
          </p:nvPr>
        </p:nvSpPr>
        <p:spPr>
          <a:xfrm>
            <a:off x="5134950" y="539500"/>
            <a:ext cx="2787000" cy="406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12661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1"/>
          </p:nvPr>
        </p:nvSpPr>
        <p:spPr>
          <a:xfrm>
            <a:off x="4829741" y="2554597"/>
            <a:ext cx="2726400" cy="14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subTitle" idx="2"/>
          </p:nvPr>
        </p:nvSpPr>
        <p:spPr>
          <a:xfrm>
            <a:off x="1587853" y="2554597"/>
            <a:ext cx="2726400" cy="14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ubTitle" idx="3"/>
          </p:nvPr>
        </p:nvSpPr>
        <p:spPr>
          <a:xfrm>
            <a:off x="1587853" y="2097400"/>
            <a:ext cx="272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subTitle" idx="4"/>
          </p:nvPr>
        </p:nvSpPr>
        <p:spPr>
          <a:xfrm>
            <a:off x="4829747" y="2097400"/>
            <a:ext cx="272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grpSp>
        <p:nvGrpSpPr>
          <p:cNvPr id="149" name="Google Shape;149;p5"/>
          <p:cNvGrpSpPr/>
          <p:nvPr/>
        </p:nvGrpSpPr>
        <p:grpSpPr>
          <a:xfrm flipH="1">
            <a:off x="8430783" y="539503"/>
            <a:ext cx="1872288" cy="1866825"/>
            <a:chOff x="3051194" y="-608678"/>
            <a:chExt cx="2441690" cy="2434566"/>
          </a:xfrm>
        </p:grpSpPr>
        <p:sp>
          <p:nvSpPr>
            <p:cNvPr id="150" name="Google Shape;150;p5"/>
            <p:cNvSpPr/>
            <p:nvPr/>
          </p:nvSpPr>
          <p:spPr>
            <a:xfrm rot="10800000">
              <a:off x="4846846" y="1458584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 rot="10800000">
              <a:off x="4489727" y="1096813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 rot="10800000">
              <a:off x="4130094" y="739368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 rot="10800000">
              <a:off x="3772976" y="380030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 rot="10800000">
              <a:off x="3410828" y="22566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 rot="10800000">
              <a:off x="3051194" y="-336722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 rot="10800000">
              <a:off x="4937383" y="1365909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 rot="10800000">
              <a:off x="4577749" y="1008464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 rot="10800000">
              <a:off x="4220631" y="649126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 rot="10800000">
              <a:off x="3860998" y="291662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 rot="10800000">
              <a:off x="3503880" y="-67971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 rot="10800000">
              <a:off x="3144203" y="-429742"/>
              <a:ext cx="371956" cy="371956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 rot="10800000">
              <a:off x="5030435" y="1277560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10800000">
              <a:off x="4670801" y="917877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10800000">
              <a:off x="4308653" y="560758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10800000">
              <a:off x="3951535" y="20112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 rot="10800000">
              <a:off x="3591902" y="-160646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 rot="10800000">
              <a:off x="3234783" y="-518091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10800000">
              <a:off x="5118457" y="1186973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10800000">
              <a:off x="4761338" y="827685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10800000">
              <a:off x="4401705" y="467756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 rot="10800000">
              <a:off x="4041764" y="108450"/>
              <a:ext cx="372220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 rot="10800000">
              <a:off x="3682439" y="-24904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 rot="10800000">
              <a:off x="3325013" y="-608678"/>
              <a:ext cx="372220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713215" y="4563555"/>
            <a:ext cx="854919" cy="80871"/>
            <a:chOff x="1528400" y="4392825"/>
            <a:chExt cx="1959475" cy="185400"/>
          </a:xfrm>
        </p:grpSpPr>
        <p:sp>
          <p:nvSpPr>
            <p:cNvPr id="175" name="Google Shape;175;p5"/>
            <p:cNvSpPr/>
            <p:nvPr/>
          </p:nvSpPr>
          <p:spPr>
            <a:xfrm>
              <a:off x="1528400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883215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238030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2592845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2947660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3302475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1" name="Google Shape;181;p5"/>
          <p:cNvSpPr/>
          <p:nvPr/>
        </p:nvSpPr>
        <p:spPr>
          <a:xfrm>
            <a:off x="5494300" y="-1566450"/>
            <a:ext cx="2008925" cy="2011474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73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/>
              <a:t>						</a:t>
            </a: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DE7CB-5BC4-72B3-3AC9-EA1800FE15A4}"/>
              </a:ext>
            </a:extLst>
          </p:cNvPr>
          <p:cNvSpPr txBox="1"/>
          <p:nvPr userDrawn="1"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8" r:id="rId6"/>
    <p:sldLayoutId id="2147483661" r:id="rId7"/>
    <p:sldLayoutId id="2147483666" r:id="rId8"/>
    <p:sldLayoutId id="2147483668" r:id="rId9"/>
    <p:sldLayoutId id="2147483671" r:id="rId10"/>
    <p:sldLayoutId id="2147483672" r:id="rId11"/>
    <p:sldLayoutId id="2147483673" r:id="rId12"/>
    <p:sldLayoutId id="2147483677" r:id="rId13"/>
    <p:sldLayoutId id="2147483678" r:id="rId14"/>
    <p:sldLayoutId id="2147483679" r:id="rId15"/>
    <p:sldLayoutId id="2147483680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CE644C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524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Be Vietnam Pro" pitchFamily="2" charset="0"/>
          <a:ea typeface="Be Vietnam Pro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31"/>
          <p:cNvSpPr txBox="1">
            <a:spLocks noGrp="1"/>
          </p:cNvSpPr>
          <p:nvPr>
            <p:ph type="ctrTitle"/>
          </p:nvPr>
        </p:nvSpPr>
        <p:spPr>
          <a:xfrm>
            <a:off x="405597" y="1810490"/>
            <a:ext cx="8332805" cy="13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Project:</a:t>
            </a:r>
            <a:br>
              <a:rPr lang="en-US"/>
            </a:br>
            <a:r>
              <a:rPr lang="en-US">
                <a:solidFill>
                  <a:schemeClr val="lt1"/>
                </a:solidFill>
              </a:rPr>
              <a:t>Dự Báo Giá Cổ Phiếu FPT</a:t>
            </a:r>
          </a:p>
        </p:txBody>
      </p:sp>
      <p:sp>
        <p:nvSpPr>
          <p:cNvPr id="1606" name="Google Shape;1606;p31"/>
          <p:cNvSpPr txBox="1">
            <a:spLocks noGrp="1"/>
          </p:cNvSpPr>
          <p:nvPr>
            <p:ph type="subTitle" idx="1"/>
          </p:nvPr>
        </p:nvSpPr>
        <p:spPr>
          <a:xfrm>
            <a:off x="1535400" y="3132590"/>
            <a:ext cx="60732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ConQ999 Team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Thành viên Team</a:t>
            </a:r>
            <a:endParaRPr/>
          </a:p>
        </p:txBody>
      </p:sp>
      <p:sp>
        <p:nvSpPr>
          <p:cNvPr id="1612" name="Google Shape;1612;p32"/>
          <p:cNvSpPr txBox="1">
            <a:spLocks noGrp="1"/>
          </p:cNvSpPr>
          <p:nvPr>
            <p:ph type="body" idx="1"/>
          </p:nvPr>
        </p:nvSpPr>
        <p:spPr>
          <a:xfrm>
            <a:off x="720000" y="1111776"/>
            <a:ext cx="7704000" cy="3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5 nhóm có 6 thành viên chính thức</a:t>
            </a:r>
            <a:endParaRPr/>
          </a:p>
        </p:txBody>
      </p:sp>
      <p:sp>
        <p:nvSpPr>
          <p:cNvPr id="1613" name="Google Shape;1613;p32"/>
          <p:cNvSpPr txBox="1"/>
          <p:nvPr/>
        </p:nvSpPr>
        <p:spPr>
          <a:xfrm>
            <a:off x="793225" y="3519394"/>
            <a:ext cx="214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Quản lý team: </a:t>
            </a:r>
            <a:r>
              <a:rPr lang="en" sz="1000" b="1" u="sng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Discort</a:t>
            </a:r>
            <a:endParaRPr sz="1000" b="1" u="sng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sp>
        <p:nvSpPr>
          <p:cNvPr id="1614" name="Google Shape;1614;p32"/>
          <p:cNvSpPr txBox="1"/>
          <p:nvPr/>
        </p:nvSpPr>
        <p:spPr>
          <a:xfrm>
            <a:off x="3068999" y="3524783"/>
            <a:ext cx="553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Các công cụ sử dụng cho AIO Conquer: </a:t>
            </a:r>
            <a:r>
              <a:rPr lang="en" sz="1000" b="1" u="sng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IDE</a:t>
            </a:r>
            <a:r>
              <a:rPr lang="en" sz="1000" b="1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</a:t>
            </a:r>
            <a:r>
              <a:rPr lang="e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GG Colab </a:t>
            </a:r>
            <a:r>
              <a:rPr lang="e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Be Vietnam Pro" pitchFamily="2" charset="0"/>
                <a:cs typeface="Hind"/>
                <a:sym typeface="Hind"/>
              </a:rPr>
              <a:t>MSOffice</a:t>
            </a:r>
            <a:endParaRPr sz="1000" b="1" u="sng">
              <a:solidFill>
                <a:schemeClr val="dk1"/>
              </a:solidFill>
              <a:latin typeface="Be Vietnam Pro" pitchFamily="2" charset="0"/>
              <a:cs typeface="Hind"/>
              <a:sym typeface="Hind"/>
            </a:endParaRPr>
          </a:p>
        </p:txBody>
      </p:sp>
      <p:graphicFrame>
        <p:nvGraphicFramePr>
          <p:cNvPr id="1615" name="Google Shape;1615;p32"/>
          <p:cNvGraphicFramePr/>
          <p:nvPr>
            <p:extLst>
              <p:ext uri="{D42A27DB-BD31-4B8C-83A1-F6EECF244321}">
                <p14:modId xmlns:p14="http://schemas.microsoft.com/office/powerpoint/2010/main" val="1303703217"/>
              </p:ext>
            </p:extLst>
          </p:nvPr>
        </p:nvGraphicFramePr>
        <p:xfrm>
          <a:off x="793225" y="1576035"/>
          <a:ext cx="7557550" cy="1849300"/>
        </p:xfrm>
        <a:graphic>
          <a:graphicData uri="http://schemas.openxmlformats.org/drawingml/2006/table">
            <a:tbl>
              <a:tblPr>
                <a:noFill/>
                <a:tableStyleId>{B3B65CD8-8539-42AB-ADBC-3786C9922BD9}</a:tableStyleId>
              </a:tblPr>
              <a:tblGrid>
                <a:gridCol w="229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Đàm Nguyên Khánh</a:t>
                      </a:r>
                      <a:endParaRPr sz="1100" b="1" u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Leader</a:t>
                      </a:r>
                      <a:endParaRPr sz="1000">
                        <a:solidFill>
                          <a:schemeClr val="dk1"/>
                        </a:solidFill>
                        <a:latin typeface="Be Vietnam Pro" pitchFamily="2" charset="0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Vũ Thái Sơn</a:t>
                      </a:r>
                      <a:endParaRPr sz="1100" b="1" u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Tech leader</a:t>
                      </a:r>
                      <a:endParaRPr sz="1000">
                        <a:solidFill>
                          <a:schemeClr val="dk1"/>
                        </a:solidFill>
                        <a:latin typeface="Be Vietnam Pro" pitchFamily="2" charset="0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Phạm Khánh Quân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Member</a:t>
                      </a:r>
                      <a:endParaRPr sz="1000">
                        <a:solidFill>
                          <a:schemeClr val="dk1"/>
                        </a:solidFill>
                        <a:latin typeface="Be Vietnam Pro" pitchFamily="2" charset="0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Võ Hoàng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Member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Nguyễn Quang Linh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Member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2097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3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621" name="Google Shape;1621;p33"/>
          <p:cNvSpPr txBox="1">
            <a:spLocks noGrp="1"/>
          </p:cNvSpPr>
          <p:nvPr>
            <p:ph type="title" idx="2"/>
          </p:nvPr>
        </p:nvSpPr>
        <p:spPr>
          <a:xfrm>
            <a:off x="720000" y="1610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23" name="Google Shape;1623;p33"/>
          <p:cNvSpPr txBox="1">
            <a:spLocks noGrp="1"/>
          </p:cNvSpPr>
          <p:nvPr>
            <p:ph type="title" idx="4"/>
          </p:nvPr>
        </p:nvSpPr>
        <p:spPr>
          <a:xfrm>
            <a:off x="3306000" y="1610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24" name="Google Shape;1624;p33"/>
          <p:cNvSpPr txBox="1">
            <a:spLocks noGrp="1"/>
          </p:cNvSpPr>
          <p:nvPr>
            <p:ph type="title" idx="5"/>
          </p:nvPr>
        </p:nvSpPr>
        <p:spPr>
          <a:xfrm>
            <a:off x="2040000" y="318594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625" name="Google Shape;1625;p33"/>
          <p:cNvSpPr txBox="1">
            <a:spLocks noGrp="1"/>
          </p:cNvSpPr>
          <p:nvPr>
            <p:ph type="title" idx="6"/>
          </p:nvPr>
        </p:nvSpPr>
        <p:spPr>
          <a:xfrm>
            <a:off x="5892000" y="1610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27" name="Google Shape;1627;p33"/>
          <p:cNvSpPr txBox="1">
            <a:spLocks noGrp="1"/>
          </p:cNvSpPr>
          <p:nvPr>
            <p:ph type="subTitle" idx="1"/>
          </p:nvPr>
        </p:nvSpPr>
        <p:spPr>
          <a:xfrm>
            <a:off x="720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/>
              <a:t>Objectives of the project</a:t>
            </a:r>
            <a:endParaRPr dirty="0"/>
          </a:p>
        </p:txBody>
      </p:sp>
      <p:sp>
        <p:nvSpPr>
          <p:cNvPr id="1628" name="Google Shape;1628;p33"/>
          <p:cNvSpPr txBox="1">
            <a:spLocks noGrp="1"/>
          </p:cNvSpPr>
          <p:nvPr>
            <p:ph type="subTitle" idx="8"/>
          </p:nvPr>
        </p:nvSpPr>
        <p:spPr>
          <a:xfrm>
            <a:off x="3306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/>
              <a:t>Project Baseline</a:t>
            </a:r>
            <a:endParaRPr dirty="0"/>
          </a:p>
        </p:txBody>
      </p:sp>
      <p:sp>
        <p:nvSpPr>
          <p:cNvPr id="1629" name="Google Shape;1629;p33"/>
          <p:cNvSpPr txBox="1">
            <a:spLocks noGrp="1"/>
          </p:cNvSpPr>
          <p:nvPr>
            <p:ph type="subTitle" idx="9"/>
          </p:nvPr>
        </p:nvSpPr>
        <p:spPr>
          <a:xfrm>
            <a:off x="5892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444242"/>
                </a:solidFill>
                <a:latin typeface="Barlow" panose="00000500000000000000" pitchFamily="2" charset="0"/>
              </a:rPr>
              <a:t>Upgrade of the project</a:t>
            </a:r>
            <a:endParaRPr dirty="0"/>
          </a:p>
        </p:txBody>
      </p:sp>
      <p:sp>
        <p:nvSpPr>
          <p:cNvPr id="1631" name="Google Shape;1631;p33"/>
          <p:cNvSpPr txBox="1">
            <a:spLocks noGrp="1"/>
          </p:cNvSpPr>
          <p:nvPr>
            <p:ph type="subTitle" idx="14"/>
          </p:nvPr>
        </p:nvSpPr>
        <p:spPr>
          <a:xfrm>
            <a:off x="2040000" y="3587954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Monitoring &amp; Deployment</a:t>
            </a:r>
            <a:endParaRPr dirty="0"/>
          </a:p>
        </p:txBody>
      </p:sp>
      <p:sp>
        <p:nvSpPr>
          <p:cNvPr id="2" name="Google Shape;1624;p33">
            <a:extLst>
              <a:ext uri="{FF2B5EF4-FFF2-40B4-BE49-F238E27FC236}">
                <a16:creationId xmlns:a16="http://schemas.microsoft.com/office/drawing/2014/main" id="{DFC15DCC-53E3-C7C3-8F90-E38BABC18F91}"/>
              </a:ext>
            </a:extLst>
          </p:cNvPr>
          <p:cNvSpPr txBox="1">
            <a:spLocks/>
          </p:cNvSpPr>
          <p:nvPr/>
        </p:nvSpPr>
        <p:spPr>
          <a:xfrm>
            <a:off x="4626000" y="318594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27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3" name="Google Shape;1631;p33">
            <a:extLst>
              <a:ext uri="{FF2B5EF4-FFF2-40B4-BE49-F238E27FC236}">
                <a16:creationId xmlns:a16="http://schemas.microsoft.com/office/drawing/2014/main" id="{01562F64-9689-53DD-5140-E15A261BB74C}"/>
              </a:ext>
            </a:extLst>
          </p:cNvPr>
          <p:cNvSpPr txBox="1">
            <a:spLocks/>
          </p:cNvSpPr>
          <p:nvPr/>
        </p:nvSpPr>
        <p:spPr>
          <a:xfrm>
            <a:off x="4626000" y="3587954"/>
            <a:ext cx="2532000" cy="97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dirty="0">
                <a:solidFill>
                  <a:srgbClr val="444242"/>
                </a:solidFill>
                <a:latin typeface="Barlow" panose="00000500000000000000" pitchFamily="2" charset="0"/>
              </a:rPr>
              <a:t>Conclusion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/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of the project</a:t>
            </a:r>
            <a:endParaRPr/>
          </a:p>
        </p:txBody>
      </p:sp>
      <p:sp>
        <p:nvSpPr>
          <p:cNvPr id="1645" name="Google Shape;1645;p35"/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646" name="Google Shape;1646;p35"/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/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/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/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/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F58A959-0E5C-A8E3-15EB-91590368B314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34"/>
          <p:cNvSpPr txBox="1">
            <a:spLocks noGrp="1"/>
          </p:cNvSpPr>
          <p:nvPr>
            <p:ph type="title"/>
          </p:nvPr>
        </p:nvSpPr>
        <p:spPr>
          <a:xfrm>
            <a:off x="1004850" y="761863"/>
            <a:ext cx="39666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Vấn đề hiện tại</a:t>
            </a:r>
            <a:endParaRPr/>
          </a:p>
        </p:txBody>
      </p:sp>
      <p:sp>
        <p:nvSpPr>
          <p:cNvPr id="1638" name="Google Shape;1638;p34"/>
          <p:cNvSpPr txBox="1">
            <a:spLocks noGrp="1"/>
          </p:cNvSpPr>
          <p:nvPr>
            <p:ph type="subTitle" idx="1"/>
          </p:nvPr>
        </p:nvSpPr>
        <p:spPr>
          <a:xfrm>
            <a:off x="1004850" y="1789663"/>
            <a:ext cx="39666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vi-VN"/>
              <a:t>Data scientists thường gặp các khó khăn sau:</a:t>
            </a:r>
            <a:endParaRPr/>
          </a:p>
          <a:p>
            <a:pPr lvl="0">
              <a:spcBef>
                <a:spcPts val="1000"/>
              </a:spcBef>
            </a:pPr>
            <a:r>
              <a:rPr lang="vi-VN"/>
              <a:t>Dự báo giá cổ phiếu FPT đòi hỏi mô hình có khả năng học được xu hướng (trend) và dao động (seasonality).</a:t>
            </a:r>
            <a:endParaRPr lang="en-US"/>
          </a:p>
          <a:p>
            <a:pPr lvl="0">
              <a:spcBef>
                <a:spcPts val="1000"/>
              </a:spcBef>
            </a:pPr>
            <a:r>
              <a:rPr lang="vi-VN"/>
              <a:t>Các mô hình Linear truyền thống thường không bắt được quy luật phi tuyến và biến động thị trường.</a:t>
            </a:r>
            <a:endParaRPr lang="en-US"/>
          </a:p>
        </p:txBody>
      </p:sp>
      <p:pic>
        <p:nvPicPr>
          <p:cNvPr id="1639" name="Google Shape;1639;p34" descr="People and arrows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31019" r="31019"/>
          <a:stretch/>
        </p:blipFill>
        <p:spPr>
          <a:xfrm>
            <a:off x="5134950" y="761862"/>
            <a:ext cx="2786999" cy="38421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65059C-247B-98CD-763D-53C021E66A63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>
          <a:extLst>
            <a:ext uri="{FF2B5EF4-FFF2-40B4-BE49-F238E27FC236}">
              <a16:creationId xmlns:a16="http://schemas.microsoft.com/office/drawing/2014/main" id="{5E7ADBF0-09BE-414F-60D5-DB6E79A4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34">
            <a:extLst>
              <a:ext uri="{FF2B5EF4-FFF2-40B4-BE49-F238E27FC236}">
                <a16:creationId xmlns:a16="http://schemas.microsoft.com/office/drawing/2014/main" id="{CA080D63-33EA-3050-1517-AFE2E54C47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850" y="761863"/>
            <a:ext cx="39666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Mục tiêu</a:t>
            </a:r>
            <a:endParaRPr/>
          </a:p>
        </p:txBody>
      </p:sp>
      <p:sp>
        <p:nvSpPr>
          <p:cNvPr id="1638" name="Google Shape;1638;p34">
            <a:extLst>
              <a:ext uri="{FF2B5EF4-FFF2-40B4-BE49-F238E27FC236}">
                <a16:creationId xmlns:a16="http://schemas.microsoft.com/office/drawing/2014/main" id="{B570701B-570E-63C7-5369-ABB848E544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04850" y="1789663"/>
            <a:ext cx="39666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-GB"/>
              <a:t>Tìm giải pháp:</a:t>
            </a:r>
            <a:endParaRPr/>
          </a:p>
          <a:p>
            <a:pPr lvl="0" algn="just">
              <a:spcBef>
                <a:spcPts val="1000"/>
              </a:spcBef>
            </a:pPr>
            <a:r>
              <a:rPr lang="vi-VN"/>
              <a:t>Xây dựng pipeline dự báo giá cổ phiếu FPT.</a:t>
            </a:r>
            <a:endParaRPr lang="en-US"/>
          </a:p>
          <a:p>
            <a:pPr lvl="0" algn="just">
              <a:spcBef>
                <a:spcPts val="1000"/>
              </a:spcBef>
            </a:pPr>
            <a:r>
              <a:rPr lang="vi-VN"/>
              <a:t>Ứng dụng các mô hình học máy và Deep Learning (NLinear, DLinear, Transformer-based).</a:t>
            </a:r>
            <a:endParaRPr lang="en-US"/>
          </a:p>
          <a:p>
            <a:pPr lvl="0" algn="just">
              <a:spcBef>
                <a:spcPts val="1000"/>
              </a:spcBef>
            </a:pPr>
            <a:r>
              <a:rPr lang="en-US"/>
              <a:t>Tìm ra giải pháp đáp ứng yêu cầu của cuộc thi AIO-2025: LTSF-Linear Forecasting Challenge.</a:t>
            </a:r>
          </a:p>
        </p:txBody>
      </p:sp>
      <p:pic>
        <p:nvPicPr>
          <p:cNvPr id="1639" name="Google Shape;1639;p34" descr="Arrows piercing notes">
            <a:extLst>
              <a:ext uri="{FF2B5EF4-FFF2-40B4-BE49-F238E27FC236}">
                <a16:creationId xmlns:a16="http://schemas.microsoft.com/office/drawing/2014/main" id="{D9CE9180-E756-578C-3A79-F4AC442F3BB6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7084" r="27084"/>
          <a:stretch/>
        </p:blipFill>
        <p:spPr>
          <a:xfrm>
            <a:off x="5134950" y="761862"/>
            <a:ext cx="2786999" cy="38421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0C1119-9265-09E7-AB85-911ED820B7FF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3441838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36"/>
          <p:cNvSpPr txBox="1">
            <a:spLocks noGrp="1"/>
          </p:cNvSpPr>
          <p:nvPr>
            <p:ph type="subTitle" idx="4"/>
          </p:nvPr>
        </p:nvSpPr>
        <p:spPr>
          <a:xfrm>
            <a:off x="4829747" y="2097400"/>
            <a:ext cx="272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</a:t>
            </a:r>
            <a:endParaRPr/>
          </a:p>
        </p:txBody>
      </p:sp>
      <p:sp>
        <p:nvSpPr>
          <p:cNvPr id="1758" name="Google Shape;175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759" name="Google Shape;1759;p36"/>
          <p:cNvSpPr txBox="1">
            <a:spLocks noGrp="1"/>
          </p:cNvSpPr>
          <p:nvPr>
            <p:ph type="subTitle" idx="1"/>
          </p:nvPr>
        </p:nvSpPr>
        <p:spPr>
          <a:xfrm>
            <a:off x="4829741" y="2554597"/>
            <a:ext cx="2726400" cy="14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US"/>
              <a:t>Đ</a:t>
            </a:r>
            <a:r>
              <a:rPr lang="vi-VN"/>
              <a:t>ạt được MSE thấp nhất </a:t>
            </a:r>
            <a:r>
              <a:rPr lang="en-US"/>
              <a:t>trong khuôn khổ </a:t>
            </a:r>
            <a:r>
              <a:rPr lang="vi-VN"/>
              <a:t>dữ liệu do chương trình cung cấp</a:t>
            </a:r>
            <a:r>
              <a:rPr lang="en-US"/>
              <a:t>.</a:t>
            </a:r>
            <a:endParaRPr lang="vi-VN"/>
          </a:p>
        </p:txBody>
      </p:sp>
      <p:sp>
        <p:nvSpPr>
          <p:cNvPr id="1760" name="Google Shape;1760;p36"/>
          <p:cNvSpPr txBox="1">
            <a:spLocks noGrp="1"/>
          </p:cNvSpPr>
          <p:nvPr>
            <p:ph type="subTitle" idx="2"/>
          </p:nvPr>
        </p:nvSpPr>
        <p:spPr>
          <a:xfrm>
            <a:off x="1587853" y="2554597"/>
            <a:ext cx="2726400" cy="14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Thử nghiệm nhiều giải pháp để tìm ra giải pháp tốt nhất</a:t>
            </a:r>
            <a:r>
              <a:rPr lang="vi-VN"/>
              <a:t>.</a:t>
            </a:r>
            <a:endParaRPr lang="en"/>
          </a:p>
        </p:txBody>
      </p:sp>
      <p:sp>
        <p:nvSpPr>
          <p:cNvPr id="1761" name="Google Shape;1761;p36"/>
          <p:cNvSpPr txBox="1">
            <a:spLocks noGrp="1"/>
          </p:cNvSpPr>
          <p:nvPr>
            <p:ph type="subTitle" idx="3"/>
          </p:nvPr>
        </p:nvSpPr>
        <p:spPr>
          <a:xfrm>
            <a:off x="1587853" y="2097400"/>
            <a:ext cx="272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aim</a:t>
            </a:r>
            <a:endParaRPr/>
          </a:p>
        </p:txBody>
      </p:sp>
      <p:grpSp>
        <p:nvGrpSpPr>
          <p:cNvPr id="1762" name="Google Shape;1762;p36"/>
          <p:cNvGrpSpPr/>
          <p:nvPr/>
        </p:nvGrpSpPr>
        <p:grpSpPr>
          <a:xfrm>
            <a:off x="2761153" y="1729730"/>
            <a:ext cx="379790" cy="377583"/>
            <a:chOff x="5609951" y="1544705"/>
            <a:chExt cx="379790" cy="377583"/>
          </a:xfrm>
        </p:grpSpPr>
        <p:sp>
          <p:nvSpPr>
            <p:cNvPr id="1763" name="Google Shape;1763;p36"/>
            <p:cNvSpPr/>
            <p:nvPr/>
          </p:nvSpPr>
          <p:spPr>
            <a:xfrm>
              <a:off x="5633136" y="1544705"/>
              <a:ext cx="332317" cy="199832"/>
            </a:xfrm>
            <a:custGeom>
              <a:avLst/>
              <a:gdLst/>
              <a:ahLst/>
              <a:cxnLst/>
              <a:rect l="l" t="t" r="r" b="b"/>
              <a:pathLst>
                <a:path w="127" h="76" extrusionOk="0">
                  <a:moveTo>
                    <a:pt x="114" y="25"/>
                  </a:moveTo>
                  <a:cubicBezTo>
                    <a:pt x="121" y="25"/>
                    <a:pt x="127" y="20"/>
                    <a:pt x="127" y="13"/>
                  </a:cubicBezTo>
                  <a:cubicBezTo>
                    <a:pt x="127" y="6"/>
                    <a:pt x="121" y="0"/>
                    <a:pt x="114" y="0"/>
                  </a:cubicBezTo>
                  <a:cubicBezTo>
                    <a:pt x="107" y="0"/>
                    <a:pt x="101" y="6"/>
                    <a:pt x="101" y="13"/>
                  </a:cubicBezTo>
                  <a:cubicBezTo>
                    <a:pt x="101" y="15"/>
                    <a:pt x="102" y="16"/>
                    <a:pt x="103" y="18"/>
                  </a:cubicBezTo>
                  <a:cubicBezTo>
                    <a:pt x="86" y="35"/>
                    <a:pt x="86" y="35"/>
                    <a:pt x="86" y="35"/>
                  </a:cubicBezTo>
                  <a:cubicBezTo>
                    <a:pt x="84" y="34"/>
                    <a:pt x="82" y="34"/>
                    <a:pt x="80" y="34"/>
                  </a:cubicBezTo>
                  <a:cubicBezTo>
                    <a:pt x="77" y="34"/>
                    <a:pt x="74" y="35"/>
                    <a:pt x="72" y="37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9" y="31"/>
                    <a:pt x="59" y="30"/>
                    <a:pt x="59" y="30"/>
                  </a:cubicBezTo>
                  <a:cubicBezTo>
                    <a:pt x="59" y="23"/>
                    <a:pt x="54" y="17"/>
                    <a:pt x="47" y="17"/>
                  </a:cubicBezTo>
                  <a:cubicBezTo>
                    <a:pt x="40" y="17"/>
                    <a:pt x="34" y="23"/>
                    <a:pt x="34" y="30"/>
                  </a:cubicBezTo>
                  <a:cubicBezTo>
                    <a:pt x="34" y="31"/>
                    <a:pt x="34" y="33"/>
                    <a:pt x="35" y="35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7" y="51"/>
                    <a:pt x="15" y="51"/>
                    <a:pt x="13" y="51"/>
                  </a:cubicBezTo>
                  <a:cubicBezTo>
                    <a:pt x="6" y="51"/>
                    <a:pt x="0" y="56"/>
                    <a:pt x="0" y="63"/>
                  </a:cubicBezTo>
                  <a:cubicBezTo>
                    <a:pt x="0" y="70"/>
                    <a:pt x="6" y="76"/>
                    <a:pt x="13" y="76"/>
                  </a:cubicBezTo>
                  <a:cubicBezTo>
                    <a:pt x="20" y="76"/>
                    <a:pt x="26" y="70"/>
                    <a:pt x="26" y="63"/>
                  </a:cubicBezTo>
                  <a:cubicBezTo>
                    <a:pt x="26" y="61"/>
                    <a:pt x="25" y="59"/>
                    <a:pt x="24" y="58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3" y="42"/>
                    <a:pt x="45" y="42"/>
                    <a:pt x="47" y="42"/>
                  </a:cubicBezTo>
                  <a:cubicBezTo>
                    <a:pt x="50" y="42"/>
                    <a:pt x="53" y="41"/>
                    <a:pt x="55" y="39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45"/>
                    <a:pt x="68" y="46"/>
                    <a:pt x="68" y="46"/>
                  </a:cubicBezTo>
                  <a:cubicBezTo>
                    <a:pt x="68" y="53"/>
                    <a:pt x="73" y="59"/>
                    <a:pt x="80" y="59"/>
                  </a:cubicBezTo>
                  <a:cubicBezTo>
                    <a:pt x="87" y="59"/>
                    <a:pt x="93" y="53"/>
                    <a:pt x="93" y="46"/>
                  </a:cubicBezTo>
                  <a:cubicBezTo>
                    <a:pt x="93" y="44"/>
                    <a:pt x="93" y="43"/>
                    <a:pt x="92" y="41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5"/>
                    <a:pt x="112" y="25"/>
                    <a:pt x="114" y="25"/>
                  </a:cubicBezTo>
                  <a:close/>
                  <a:moveTo>
                    <a:pt x="114" y="8"/>
                  </a:moveTo>
                  <a:cubicBezTo>
                    <a:pt x="116" y="8"/>
                    <a:pt x="118" y="10"/>
                    <a:pt x="118" y="13"/>
                  </a:cubicBezTo>
                  <a:cubicBezTo>
                    <a:pt x="118" y="15"/>
                    <a:pt x="116" y="17"/>
                    <a:pt x="114" y="17"/>
                  </a:cubicBezTo>
                  <a:cubicBezTo>
                    <a:pt x="112" y="17"/>
                    <a:pt x="110" y="15"/>
                    <a:pt x="110" y="13"/>
                  </a:cubicBezTo>
                  <a:cubicBezTo>
                    <a:pt x="110" y="10"/>
                    <a:pt x="112" y="8"/>
                    <a:pt x="114" y="8"/>
                  </a:cubicBezTo>
                  <a:close/>
                  <a:moveTo>
                    <a:pt x="13" y="67"/>
                  </a:moveTo>
                  <a:cubicBezTo>
                    <a:pt x="11" y="67"/>
                    <a:pt x="9" y="66"/>
                    <a:pt x="9" y="63"/>
                  </a:cubicBezTo>
                  <a:cubicBezTo>
                    <a:pt x="9" y="61"/>
                    <a:pt x="11" y="59"/>
                    <a:pt x="13" y="59"/>
                  </a:cubicBezTo>
                  <a:cubicBezTo>
                    <a:pt x="15" y="59"/>
                    <a:pt x="17" y="61"/>
                    <a:pt x="17" y="63"/>
                  </a:cubicBezTo>
                  <a:cubicBezTo>
                    <a:pt x="17" y="66"/>
                    <a:pt x="15" y="67"/>
                    <a:pt x="13" y="67"/>
                  </a:cubicBezTo>
                  <a:close/>
                  <a:moveTo>
                    <a:pt x="47" y="34"/>
                  </a:moveTo>
                  <a:cubicBezTo>
                    <a:pt x="44" y="34"/>
                    <a:pt x="42" y="32"/>
                    <a:pt x="42" y="30"/>
                  </a:cubicBezTo>
                  <a:cubicBezTo>
                    <a:pt x="42" y="27"/>
                    <a:pt x="44" y="25"/>
                    <a:pt x="47" y="25"/>
                  </a:cubicBezTo>
                  <a:cubicBezTo>
                    <a:pt x="49" y="25"/>
                    <a:pt x="51" y="27"/>
                    <a:pt x="51" y="30"/>
                  </a:cubicBezTo>
                  <a:cubicBezTo>
                    <a:pt x="51" y="32"/>
                    <a:pt x="49" y="34"/>
                    <a:pt x="47" y="34"/>
                  </a:cubicBezTo>
                  <a:close/>
                  <a:moveTo>
                    <a:pt x="80" y="51"/>
                  </a:moveTo>
                  <a:cubicBezTo>
                    <a:pt x="78" y="51"/>
                    <a:pt x="76" y="49"/>
                    <a:pt x="76" y="46"/>
                  </a:cubicBezTo>
                  <a:cubicBezTo>
                    <a:pt x="76" y="44"/>
                    <a:pt x="78" y="42"/>
                    <a:pt x="80" y="42"/>
                  </a:cubicBezTo>
                  <a:cubicBezTo>
                    <a:pt x="83" y="42"/>
                    <a:pt x="85" y="44"/>
                    <a:pt x="85" y="46"/>
                  </a:cubicBezTo>
                  <a:cubicBezTo>
                    <a:pt x="85" y="49"/>
                    <a:pt x="83" y="51"/>
                    <a:pt x="80" y="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36"/>
            <p:cNvSpPr/>
            <p:nvPr/>
          </p:nvSpPr>
          <p:spPr>
            <a:xfrm>
              <a:off x="5609951" y="1655109"/>
              <a:ext cx="379790" cy="267179"/>
            </a:xfrm>
            <a:custGeom>
              <a:avLst/>
              <a:gdLst/>
              <a:ahLst/>
              <a:cxnLst/>
              <a:rect l="l" t="t" r="r" b="b"/>
              <a:pathLst>
                <a:path w="145" h="102" extrusionOk="0">
                  <a:moveTo>
                    <a:pt x="5" y="102"/>
                  </a:moveTo>
                  <a:cubicBezTo>
                    <a:pt x="140" y="102"/>
                    <a:pt x="140" y="102"/>
                    <a:pt x="140" y="102"/>
                  </a:cubicBezTo>
                  <a:cubicBezTo>
                    <a:pt x="142" y="102"/>
                    <a:pt x="144" y="100"/>
                    <a:pt x="144" y="98"/>
                  </a:cubicBezTo>
                  <a:cubicBezTo>
                    <a:pt x="145" y="96"/>
                    <a:pt x="143" y="93"/>
                    <a:pt x="140" y="93"/>
                  </a:cubicBezTo>
                  <a:cubicBezTo>
                    <a:pt x="136" y="93"/>
                    <a:pt x="136" y="93"/>
                    <a:pt x="136" y="93"/>
                  </a:cubicBezTo>
                  <a:cubicBezTo>
                    <a:pt x="136" y="4"/>
                    <a:pt x="136" y="4"/>
                    <a:pt x="136" y="4"/>
                  </a:cubicBezTo>
                  <a:cubicBezTo>
                    <a:pt x="136" y="2"/>
                    <a:pt x="134" y="0"/>
                    <a:pt x="132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0"/>
                    <a:pt x="111" y="2"/>
                    <a:pt x="111" y="4"/>
                  </a:cubicBezTo>
                  <a:cubicBezTo>
                    <a:pt x="111" y="93"/>
                    <a:pt x="111" y="93"/>
                    <a:pt x="111" y="93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6"/>
                    <a:pt x="100" y="34"/>
                    <a:pt x="98" y="34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79" y="34"/>
                    <a:pt x="77" y="36"/>
                    <a:pt x="77" y="38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68" y="93"/>
                    <a:pt x="68" y="93"/>
                    <a:pt x="68" y="93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8" y="19"/>
                    <a:pt x="67" y="17"/>
                    <a:pt x="64" y="17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5" y="17"/>
                    <a:pt x="43" y="19"/>
                    <a:pt x="43" y="21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5" y="53"/>
                    <a:pt x="33" y="51"/>
                    <a:pt x="31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1" y="51"/>
                    <a:pt x="9" y="53"/>
                    <a:pt x="9" y="55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3" y="93"/>
                    <a:pt x="1" y="95"/>
                    <a:pt x="1" y="97"/>
                  </a:cubicBezTo>
                  <a:cubicBezTo>
                    <a:pt x="0" y="100"/>
                    <a:pt x="2" y="102"/>
                    <a:pt x="5" y="102"/>
                  </a:cubicBezTo>
                  <a:close/>
                  <a:moveTo>
                    <a:pt x="119" y="9"/>
                  </a:moveTo>
                  <a:cubicBezTo>
                    <a:pt x="127" y="9"/>
                    <a:pt x="127" y="9"/>
                    <a:pt x="127" y="9"/>
                  </a:cubicBezTo>
                  <a:cubicBezTo>
                    <a:pt x="127" y="93"/>
                    <a:pt x="127" y="93"/>
                    <a:pt x="127" y="93"/>
                  </a:cubicBezTo>
                  <a:cubicBezTo>
                    <a:pt x="119" y="93"/>
                    <a:pt x="119" y="93"/>
                    <a:pt x="119" y="93"/>
                  </a:cubicBezTo>
                  <a:lnTo>
                    <a:pt x="119" y="9"/>
                  </a:lnTo>
                  <a:close/>
                  <a:moveTo>
                    <a:pt x="85" y="42"/>
                  </a:moveTo>
                  <a:cubicBezTo>
                    <a:pt x="94" y="42"/>
                    <a:pt x="94" y="42"/>
                    <a:pt x="94" y="42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85" y="93"/>
                    <a:pt x="85" y="93"/>
                    <a:pt x="85" y="93"/>
                  </a:cubicBezTo>
                  <a:lnTo>
                    <a:pt x="85" y="42"/>
                  </a:lnTo>
                  <a:close/>
                  <a:moveTo>
                    <a:pt x="52" y="25"/>
                  </a:moveTo>
                  <a:cubicBezTo>
                    <a:pt x="60" y="25"/>
                    <a:pt x="60" y="25"/>
                    <a:pt x="60" y="25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52" y="93"/>
                    <a:pt x="52" y="93"/>
                    <a:pt x="52" y="93"/>
                  </a:cubicBezTo>
                  <a:lnTo>
                    <a:pt x="52" y="25"/>
                  </a:lnTo>
                  <a:close/>
                  <a:moveTo>
                    <a:pt x="18" y="59"/>
                  </a:moveTo>
                  <a:cubicBezTo>
                    <a:pt x="26" y="59"/>
                    <a:pt x="26" y="59"/>
                    <a:pt x="26" y="59"/>
                  </a:cubicBezTo>
                  <a:cubicBezTo>
                    <a:pt x="26" y="93"/>
                    <a:pt x="26" y="93"/>
                    <a:pt x="26" y="93"/>
                  </a:cubicBezTo>
                  <a:cubicBezTo>
                    <a:pt x="18" y="93"/>
                    <a:pt x="18" y="93"/>
                    <a:pt x="18" y="93"/>
                  </a:cubicBezTo>
                  <a:lnTo>
                    <a:pt x="18" y="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5" name="Google Shape;1765;p36"/>
          <p:cNvSpPr/>
          <p:nvPr/>
        </p:nvSpPr>
        <p:spPr>
          <a:xfrm>
            <a:off x="6003053" y="1729732"/>
            <a:ext cx="379790" cy="377583"/>
          </a:xfrm>
          <a:custGeom>
            <a:avLst/>
            <a:gdLst/>
            <a:ahLst/>
            <a:cxnLst/>
            <a:rect l="l" t="t" r="r" b="b"/>
            <a:pathLst>
              <a:path w="145" h="144" extrusionOk="0">
                <a:moveTo>
                  <a:pt x="144" y="19"/>
                </a:moveTo>
                <a:cubicBezTo>
                  <a:pt x="143" y="18"/>
                  <a:pt x="142" y="17"/>
                  <a:pt x="140" y="17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9" y="4"/>
                  <a:pt x="119" y="4"/>
                  <a:pt x="119" y="4"/>
                </a:cubicBezTo>
                <a:cubicBezTo>
                  <a:pt x="119" y="2"/>
                  <a:pt x="117" y="0"/>
                  <a:pt x="115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0" y="0"/>
                  <a:pt x="68" y="2"/>
                  <a:pt x="68" y="4"/>
                </a:cubicBezTo>
                <a:cubicBezTo>
                  <a:pt x="68" y="53"/>
                  <a:pt x="68" y="53"/>
                  <a:pt x="68" y="53"/>
                </a:cubicBezTo>
                <a:cubicBezTo>
                  <a:pt x="2" y="137"/>
                  <a:pt x="2" y="137"/>
                  <a:pt x="2" y="137"/>
                </a:cubicBezTo>
                <a:cubicBezTo>
                  <a:pt x="1" y="138"/>
                  <a:pt x="0" y="140"/>
                  <a:pt x="1" y="141"/>
                </a:cubicBezTo>
                <a:cubicBezTo>
                  <a:pt x="2" y="143"/>
                  <a:pt x="3" y="144"/>
                  <a:pt x="5" y="144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2" y="144"/>
                  <a:pt x="143" y="143"/>
                  <a:pt x="144" y="141"/>
                </a:cubicBezTo>
                <a:cubicBezTo>
                  <a:pt x="145" y="140"/>
                  <a:pt x="145" y="138"/>
                  <a:pt x="144" y="137"/>
                </a:cubicBezTo>
                <a:cubicBezTo>
                  <a:pt x="77" y="53"/>
                  <a:pt x="77" y="53"/>
                  <a:pt x="77" y="53"/>
                </a:cubicBezTo>
                <a:cubicBezTo>
                  <a:pt x="77" y="34"/>
                  <a:pt x="77" y="34"/>
                  <a:pt x="77" y="34"/>
                </a:cubicBezTo>
                <a:cubicBezTo>
                  <a:pt x="94" y="34"/>
                  <a:pt x="94" y="34"/>
                  <a:pt x="94" y="34"/>
                </a:cubicBezTo>
                <a:cubicBezTo>
                  <a:pt x="94" y="46"/>
                  <a:pt x="94" y="46"/>
                  <a:pt x="94" y="46"/>
                </a:cubicBezTo>
                <a:cubicBezTo>
                  <a:pt x="94" y="49"/>
                  <a:pt x="96" y="51"/>
                  <a:pt x="98" y="51"/>
                </a:cubicBezTo>
                <a:cubicBezTo>
                  <a:pt x="140" y="51"/>
                  <a:pt x="140" y="51"/>
                  <a:pt x="140" y="51"/>
                </a:cubicBezTo>
                <a:cubicBezTo>
                  <a:pt x="142" y="51"/>
                  <a:pt x="143" y="50"/>
                  <a:pt x="144" y="48"/>
                </a:cubicBezTo>
                <a:cubicBezTo>
                  <a:pt x="145" y="47"/>
                  <a:pt x="145" y="45"/>
                  <a:pt x="144" y="44"/>
                </a:cubicBezTo>
                <a:cubicBezTo>
                  <a:pt x="137" y="34"/>
                  <a:pt x="137" y="34"/>
                  <a:pt x="137" y="3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5" y="22"/>
                  <a:pt x="145" y="20"/>
                  <a:pt x="144" y="19"/>
                </a:cubicBezTo>
                <a:close/>
                <a:moveTo>
                  <a:pt x="73" y="62"/>
                </a:moveTo>
                <a:cubicBezTo>
                  <a:pt x="94" y="89"/>
                  <a:pt x="94" y="89"/>
                  <a:pt x="94" y="89"/>
                </a:cubicBezTo>
                <a:cubicBezTo>
                  <a:pt x="90" y="92"/>
                  <a:pt x="90" y="92"/>
                  <a:pt x="90" y="92"/>
                </a:cubicBezTo>
                <a:cubicBezTo>
                  <a:pt x="84" y="86"/>
                  <a:pt x="84" y="86"/>
                  <a:pt x="84" y="86"/>
                </a:cubicBezTo>
                <a:cubicBezTo>
                  <a:pt x="82" y="84"/>
                  <a:pt x="80" y="84"/>
                  <a:pt x="78" y="86"/>
                </a:cubicBezTo>
                <a:cubicBezTo>
                  <a:pt x="73" y="91"/>
                  <a:pt x="73" y="91"/>
                  <a:pt x="73" y="91"/>
                </a:cubicBezTo>
                <a:cubicBezTo>
                  <a:pt x="67" y="86"/>
                  <a:pt x="67" y="86"/>
                  <a:pt x="67" y="86"/>
                </a:cubicBezTo>
                <a:cubicBezTo>
                  <a:pt x="66" y="84"/>
                  <a:pt x="63" y="84"/>
                  <a:pt x="61" y="86"/>
                </a:cubicBezTo>
                <a:cubicBezTo>
                  <a:pt x="55" y="92"/>
                  <a:pt x="55" y="92"/>
                  <a:pt x="55" y="92"/>
                </a:cubicBezTo>
                <a:cubicBezTo>
                  <a:pt x="51" y="89"/>
                  <a:pt x="51" y="89"/>
                  <a:pt x="51" y="89"/>
                </a:cubicBezTo>
                <a:lnTo>
                  <a:pt x="73" y="62"/>
                </a:lnTo>
                <a:close/>
                <a:moveTo>
                  <a:pt x="14" y="135"/>
                </a:moveTo>
                <a:cubicBezTo>
                  <a:pt x="46" y="95"/>
                  <a:pt x="46" y="95"/>
                  <a:pt x="46" y="95"/>
                </a:cubicBezTo>
                <a:cubicBezTo>
                  <a:pt x="53" y="101"/>
                  <a:pt x="53" y="101"/>
                  <a:pt x="53" y="101"/>
                </a:cubicBezTo>
                <a:cubicBezTo>
                  <a:pt x="55" y="102"/>
                  <a:pt x="57" y="102"/>
                  <a:pt x="59" y="100"/>
                </a:cubicBezTo>
                <a:cubicBezTo>
                  <a:pt x="64" y="95"/>
                  <a:pt x="64" y="95"/>
                  <a:pt x="64" y="95"/>
                </a:cubicBezTo>
                <a:cubicBezTo>
                  <a:pt x="70" y="100"/>
                  <a:pt x="70" y="100"/>
                  <a:pt x="70" y="100"/>
                </a:cubicBezTo>
                <a:cubicBezTo>
                  <a:pt x="71" y="102"/>
                  <a:pt x="74" y="102"/>
                  <a:pt x="76" y="100"/>
                </a:cubicBezTo>
                <a:cubicBezTo>
                  <a:pt x="81" y="95"/>
                  <a:pt x="81" y="95"/>
                  <a:pt x="81" y="95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7" y="101"/>
                  <a:pt x="88" y="101"/>
                  <a:pt x="89" y="101"/>
                </a:cubicBezTo>
                <a:cubicBezTo>
                  <a:pt x="90" y="101"/>
                  <a:pt x="91" y="101"/>
                  <a:pt x="92" y="101"/>
                </a:cubicBezTo>
                <a:cubicBezTo>
                  <a:pt x="100" y="95"/>
                  <a:pt x="100" y="95"/>
                  <a:pt x="100" y="95"/>
                </a:cubicBezTo>
                <a:cubicBezTo>
                  <a:pt x="132" y="135"/>
                  <a:pt x="132" y="135"/>
                  <a:pt x="132" y="135"/>
                </a:cubicBezTo>
                <a:lnTo>
                  <a:pt x="14" y="135"/>
                </a:lnTo>
                <a:close/>
                <a:moveTo>
                  <a:pt x="77" y="8"/>
                </a:moveTo>
                <a:cubicBezTo>
                  <a:pt x="111" y="8"/>
                  <a:pt x="111" y="8"/>
                  <a:pt x="111" y="8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77" y="25"/>
                  <a:pt x="77" y="25"/>
                  <a:pt x="77" y="25"/>
                </a:cubicBezTo>
                <a:lnTo>
                  <a:pt x="77" y="8"/>
                </a:lnTo>
                <a:close/>
                <a:moveTo>
                  <a:pt x="128" y="36"/>
                </a:moveTo>
                <a:cubicBezTo>
                  <a:pt x="132" y="42"/>
                  <a:pt x="132" y="42"/>
                  <a:pt x="132" y="42"/>
                </a:cubicBezTo>
                <a:cubicBezTo>
                  <a:pt x="102" y="42"/>
                  <a:pt x="102" y="42"/>
                  <a:pt x="102" y="42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15" y="34"/>
                  <a:pt x="115" y="34"/>
                  <a:pt x="115" y="34"/>
                </a:cubicBezTo>
                <a:cubicBezTo>
                  <a:pt x="117" y="34"/>
                  <a:pt x="119" y="32"/>
                  <a:pt x="119" y="30"/>
                </a:cubicBezTo>
                <a:cubicBezTo>
                  <a:pt x="119" y="25"/>
                  <a:pt x="119" y="25"/>
                  <a:pt x="119" y="25"/>
                </a:cubicBezTo>
                <a:cubicBezTo>
                  <a:pt x="132" y="25"/>
                  <a:pt x="132" y="25"/>
                  <a:pt x="132" y="25"/>
                </a:cubicBezTo>
                <a:cubicBezTo>
                  <a:pt x="128" y="31"/>
                  <a:pt x="128" y="31"/>
                  <a:pt x="128" y="31"/>
                </a:cubicBezTo>
                <a:cubicBezTo>
                  <a:pt x="127" y="33"/>
                  <a:pt x="127" y="35"/>
                  <a:pt x="128" y="3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45E1F380-5DA6-580F-EB55-09896E8EA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A9BA0897-7506-8BA4-8A95-B169C97925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Baseline</a:t>
            </a:r>
            <a:endParaRPr dirty="0"/>
          </a:p>
        </p:txBody>
      </p:sp>
      <p:sp>
        <p:nvSpPr>
          <p:cNvPr id="1645" name="Google Shape;1645;p35">
            <a:extLst>
              <a:ext uri="{FF2B5EF4-FFF2-40B4-BE49-F238E27FC236}">
                <a16:creationId xmlns:a16="http://schemas.microsoft.com/office/drawing/2014/main" id="{D3028F24-A24E-396C-3E98-36BECC0F575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2D877369-30C8-FEB2-296B-0FCB61BBFD99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5241C327-BD1E-95BD-CF96-BEA06BCE9D28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C73E15E6-8241-6420-3403-AFE3F5A9C606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489767E2-E7A2-2DFC-5789-D3CF85694762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C3443D1C-0D08-C10C-4851-E8BD700DDBF5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E6D2D3AE-A623-F57B-616F-845FB1002BD0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39A073B2-38C6-AB27-2ADC-7E3EFF60968C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C9DD3565-3B33-41A4-B5D5-CD7CF5155985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5FB5E3CA-B7A6-3CC8-1A5D-4C8F3BAB0F9F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070CC92A-CEAD-5284-B28B-0F14EBE7A917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44F92073-07AF-2DB9-FBC6-1F13EDA801CC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9FA705C9-C9EB-9B76-51D6-FEF45EE9F1BD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B1232391-BF2A-791D-AD0C-3B58BBAFBE09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C07E98CD-2EB5-A686-A524-CC5946E8457E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4FD445F4-2769-484C-41C8-BE2B45A928A2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92304145-808A-115F-F3ED-B40A12750D3F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BFD2FED8-85C5-A276-666A-CB8486A82682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12CFABCB-E9FF-83EB-2798-A9A80EAAFD5C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C013BA04-69CD-F974-8DBC-AC776030E68A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D3F01BF3-716E-6702-810A-8EC82303FDB6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54F699DB-B40C-50F9-0B9B-47153129F40D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D49E5A39-D95E-842A-F877-C1A579C01ED9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05E1E121-BEA3-4B48-7140-7E8C0B5FE5E4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1225428C-9F0F-7BCE-5F23-6F63038528CF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96BABA4E-AC25-8A1F-220B-E8290399A3A5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C60472B7-EE00-ADDF-A746-DD2C2763A311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B7023547-7BFE-8B5F-C541-C3E3280FE3FC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A362D65F-A37C-C45F-6BB3-B13870FA2CF9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73A7EBEF-D5F9-BB31-289E-B90C7F1EBB44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B2E517D8-D69B-70B6-A59B-6D19D6B2644F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E5E26DA4-2681-9BCE-1605-803A3B5FD05D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EAC45BC9-8F9C-9B17-DC1A-396BFCF49AF8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8C647F12-6CD6-1670-5CAB-3D5DDFACE1A2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D43CC686-542B-1386-974F-88FDD2E54C11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496A8DE1-579A-3850-5AE5-BD3D479E3451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3943BEC3-D4AF-46AC-454E-9672540E34B3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CBE2D49F-3DDA-2A36-163F-B4320BC38B82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31DF2A55-D6EC-F1B9-1BF4-855781BCD723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D89286D6-4C09-2661-CA59-D67DFD7EB48E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F8EBECD8-938E-ECC3-D0F7-2E21B2556B7A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F79B7666-7685-1593-3D28-5368BF3BD84E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04623EEE-E643-2459-3C64-47BAFC6E21AF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45588C57-39FC-66FF-E3A1-9417EA7BD9E6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EF640A82-2913-8D71-2F2B-8539AABDFA70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E74403CE-7453-2CE5-5537-4D1A199A4671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53562F61-C1BD-AD4F-A247-1D9C6A731B1B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5DFF6F67-BD88-473F-1D67-6CC00E0597E1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0BCA68D8-CF6A-C834-524B-21E6EBF08A23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BB419B26-28E6-026D-AA39-D10CF5DAD66C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38B624F1-856B-E25A-9A89-29826FFCBB9A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6C70B589-F6DC-261B-7E67-22460A4228BD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E0B0F2D0-F18B-51E6-E08E-3FE4496F3CCD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86D7C81F-7B40-FC80-A7AD-3C5084FEEFBE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2ABC94FB-D10E-4C85-D035-2CDBFCA052B9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E606DAD2-8BC8-B0C8-3921-E70B7158F83A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93AD269B-D146-09E6-A338-BEB20685A837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5589C06C-9474-2B0A-7D8D-C36A9E01174F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1BF62D48-0A82-62D8-01A2-585113FF8E1F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EBFF7337-42C4-1E31-BC49-A1519B8D34DE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8E4CBA12-7D97-0870-EA02-B4B2ED96542C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A5B12254-3F36-6AE5-311C-FCA0853E4BEB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9AF65B98-6E64-78AB-42F4-5E5DD0B27865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7139B988-067A-35EF-FB63-9C951A2D4470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7A7FF3EB-FF2C-6DCE-3322-5E19378B80FB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256F1055-D7C4-12DE-D11D-61679F03D03D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DC080C9A-7FA7-4656-9D27-2C296409312D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EACFDAE9-8576-F020-EDDB-FC24F9BF2EEE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3DEC3132-7D76-D8EB-FD2C-A973841E43AF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117E7012-D9DB-28F7-D783-B77DE89C5608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7C361055-8A1B-6D89-06C2-E5D2435E3530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322E5735-1DE5-19C1-5D93-F3930FB51215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2FC484D9-9AFC-B0CD-DEFD-435676CE8AD7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9460B8BC-9838-A567-E105-40F90B7E372C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4B400F39-2228-9202-5FEB-C04147802E18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9B41DCAC-BD9E-CFE1-3DC9-0D673126AFE0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711AEB94-8305-5876-3287-FDE0C3ADED21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FF260E4C-A512-8A4F-3DF1-4C987FF478A3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A468ADBA-307A-B4B0-C87F-8609AFC59CAC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CA89F8F8-7A06-3022-81ED-0C9D0BB97852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C3432776-E817-8EB5-1838-65950111639D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EF5569BF-90EE-CB33-8D21-88CAE753AF1C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F6C4CC81-EBAB-47DD-7ECE-131012B99ACE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30857642-AF0E-955D-08C3-2E149C5B1190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5E67DF43-F8D3-33B2-9FC9-F286C1D930CC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DAEE0426-26D8-48B6-134E-47FA305B4026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A6242D68-9AAB-AC2F-5C07-02A9C3CBB210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5D6750AB-1B72-2DCB-52C0-AB30D64F1498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9AB55111-010D-921E-48BE-0E5D038A148B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515D8C24-0B3E-99C2-CB8F-64A8DF668C78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FF0A298E-9042-B578-23AC-3DDC8405519C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F547AADF-150E-07C1-269E-202CADB78E93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4FA7F339-8F0C-165C-8A4D-AAA1A726D862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AB942003-9F96-3DCD-C15D-89E073FDAE60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F5136630-B0FB-A5AB-E65E-4DCFD1E938B9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7F37A44E-8A3E-D6EE-C8A7-6310D32045F4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890C3CC0-2B80-8732-E745-09BD917F7AF3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49FAD5DD-E688-9557-3E7F-4A912809A03B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AE2B2BD1-59BA-C1E4-E1BD-E1202921B0AF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7914B60C-915D-642D-2B31-F44474DEBD77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495A69F2-5925-CC0C-9948-D6B267048A63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1EEBF4D9-65A1-A339-B2D6-C955D7CAFD8A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0DBDC636-8405-BD10-EF5A-10F9CB9A55D0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CE19CBBB-607B-7E84-17C9-3EFF193119C2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AEB2DFCD-5D62-D345-F030-91ED72EB68FF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F51EDF02-1EB3-73C5-53E0-A0C5F5F0B22E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B753221D-BDD1-BE84-027F-0B9CF41AED72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A2CEB21B-F969-57B6-30AD-06463BD09D45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600F514-5567-A7A7-B41A-5FD385C162EB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262693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FB24AA4D-647C-CC7F-66BF-0A9D36E8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B48D7C69-0ACF-E166-CBFE-6586D22DD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52615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>
                <a:solidFill>
                  <a:srgbClr val="444242"/>
                </a:solidFill>
                <a:effectLst/>
                <a:latin typeface="Barlow" panose="00000500000000000000" pitchFamily="2" charset="0"/>
              </a:rPr>
              <a:t>Result</a:t>
            </a:r>
            <a:endParaRPr dirty="0"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807C5C08-81A2-86F5-A896-BD9E36DB64B3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579863A3-EBC6-523A-8488-B062371BAC74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48B6D927-65F3-DEFD-9E65-062D20762F22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DEDC39AE-8E27-07C8-A445-8BFA3682D386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4E8E529F-7392-5D97-BE9F-BC9CD2037944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4046BA1B-A3DC-3C25-74E9-8577C2ADB3F4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DDA4496D-C680-7780-FCB3-B362C2CF719A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070ADCE5-741A-CF9F-444C-03814DEF4399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C521ADC9-587F-582D-28B1-265ECF40FCE3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A3CAA036-2525-DA85-BD32-97637B954A9F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B338D5D5-48DC-4051-4913-42F16896B5D6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B31AF3EE-A2A2-E26E-5A93-6BCEA6B90F9D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BE794B81-D9CA-3117-98F6-EC2806B1CDB3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23B486FC-FF09-085C-57E9-C680F13753CE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53FB659B-0420-8FB1-7A68-E25804A6AABB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6DA95671-7D9A-0ACE-D881-A7B3B990DB88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14FAA722-DCAE-F1D7-4440-B5AF3640E4CA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07D08C22-374E-212D-2F11-7870A1E405DD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BF9867B2-D850-859E-930C-590A006000D5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FF1B80A8-405A-2A06-C8D6-63ABB547A687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60A8537C-677D-3317-0748-D1FBE3DF3751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A1EC78A6-7D9A-8D99-2FDD-E89745141C00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6BB987CF-0C10-BD5F-55DC-925DD4A59F65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FC1DCCE7-2FB7-7717-C0C9-EE09ED4ABCC8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7AC7847A-F9AF-5F43-6B1D-C357FD5D6A0E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431AE2EE-3E40-47B1-5EB2-2D23566A42F1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5743DB25-E7E9-11C5-0E42-932A93EC5B4D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07044A94-5F5A-7AA3-590D-0EBCEFB2A094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FA6EA79A-3E61-5850-E910-E105763532F1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47805990-D845-02E1-EA6A-88BAA54C4DA7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8A3C7175-3CA0-0EA5-C290-CFA724DEA964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65F1A665-EFCC-F44D-427D-1EC61C9A6023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06E88E66-F2F7-7634-EF11-8C77AD748DDB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4ABB15DC-E50A-4E4A-B4BF-656DFCF70B6E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C8C041AC-94D2-D4B3-F3D2-55B91E028E21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295E8E03-4E20-DA5A-6B76-F2B873C1B663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323B8798-1DAD-FA43-13D1-D1DFE10A769C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90F412D9-7240-2E0C-C707-E28BE0E2FAC7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1B614A21-28BF-3A18-34A3-AF610E95E262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E7E821AF-CCF9-63BD-3D03-BFF1071A1928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F8506665-616E-4817-D86A-1BD46D5C0F90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ECBEFEDC-13A9-FFBD-BB96-3D0CF7FDD86B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19507B8B-8DFC-0414-C07F-7BE0B023A553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6BCD6C51-CFC4-C370-0C09-D869A0F50590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2BAEC2EF-6F1C-CE02-102E-97326439A4AE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AA3F8660-DD15-C60D-7280-45FD7168B2DC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36CF7768-547D-5094-8ED6-F9351743E688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1146AAE9-2DC6-B106-F714-6B97B853C6B2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9A387DB2-5276-189A-C8C2-270A2DDE9B4F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6224EE5F-DE6D-BD9E-5EA5-47028F842623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3958A943-F36F-5706-C804-8C07AAEFB5DA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FECC3BD7-DCAF-770D-23FD-5FE2AAE9446A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707F7984-E7DF-9BC2-8C17-36D745334263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66F7B5C2-8D7E-CD59-5BA3-0C9DE477019B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32A0D548-9ACA-5F63-C726-6645C76530DB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150A63BC-AAED-B6CF-BA22-7FB986BB4D0A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77A5517B-7829-C2DC-9DF8-F4D91BEF7445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C0261BD1-2AF2-BF59-037D-5FD2A07490A1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61BC4B91-22B0-C136-B6EE-6F6914A30D25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28E4FBFD-3AE4-F9F3-A29E-926815565978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85208A19-A585-84F2-84BA-3EB344CEE560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4C139BC4-B716-004E-FB18-02E1FF737E12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7E7110CE-2F4F-20D2-2083-32150F3527D2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0BB11513-F201-9E9F-7A72-071D2663B69F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254B4A60-E6F0-89F4-84E5-B99ACB6900F6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52666860-C0FE-083F-77DE-640267864300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8AA0B47D-5D66-9C9A-AEB5-F021314B0D8F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EB097D97-F9FB-D67C-057E-D1DEAA43323E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9AEE2186-DEA0-12B5-FD1D-56A635690372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F945BE00-ECD4-3422-1E2D-0D05B9E3EEF5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3D555702-2422-75E4-15D2-5D4F84D922AE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83E5939A-C41C-F957-949A-ECA3BBF20B5A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C738946F-1C8C-D6EB-B4DA-E9233AA2DE9F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C5D275CD-A9E7-A213-499C-60EB29A6E249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B20976B4-FD54-3F92-050A-2836CC6BC587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CFA7A609-40C8-E2C6-F2FA-9665C3A8FCCB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897A5BCA-226A-EDED-597B-963A2CDF9E18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60CAFE66-D078-AE39-2049-46A64536BB35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02CFC7F7-52FD-33A2-435A-66C8C6981758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E7DAF977-3FC7-E72E-F126-70C486D4F47E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7F912166-6C61-41D7-708A-DB60979423CD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6F91E174-FFBC-BF1A-81FC-5DEE161A4620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667AE9A9-4B26-61AA-83F6-07B4A1B2B217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0E080BAF-CE18-B3BB-D3F1-11229439B6FF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7623EC7D-27DE-A7CA-09B9-E6CE7B913A1A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2A6E73D7-4DB0-941C-9C53-8F7B7D35A2D8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A54FBD40-A5A3-454D-944B-0398FB6B2850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88165D59-D178-E679-3497-78A069532390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085BCB29-EDDA-EE4E-9DB8-090878A4EAB8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5C51DD11-3597-C4C1-6FED-716B7C563B2F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2E43D323-3283-3B3E-4EA0-D5FD5E604748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90610A3B-2744-9E22-6BD2-EA798533B197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B6033C74-8D7C-16DB-1087-8FEDB82E9EA3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A03AAC2F-00E9-CC61-6A1E-F94DCB954D21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CD547EE3-FF72-D267-8D29-B604D5437A05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08EDEC43-9120-0E67-F6F4-9B09424DDCD9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1B400D04-6DF8-26AF-89FC-88D86202FB87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BFC33850-C7C0-258D-729A-4BBF3D24ECDB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A3D66B98-39D2-046D-E6E3-1461DCC97BEE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F8A4D62E-DAA0-9F13-3C4F-8EAB664EB8DE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03E27FF1-86E0-B67B-BCC7-6093D562BFF5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20507FF1-EDE4-6AE8-F22C-B490E82DF07A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2C268512-AEBB-D459-E89D-AF7882386E32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45222AA5-29FD-4F2D-DB15-EB130D7CA04E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7CBBDD2C-B9C4-0D47-2F21-055BB044D45F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1BB66A06-CB49-5EB8-83ED-2FE0B116CA6E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BAFDA786-251C-2500-29B3-9245226227BD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39A1B70-390B-79BE-82E4-8C5A405168B7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  <p:pic>
        <p:nvPicPr>
          <p:cNvPr id="6" name="Picture 5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FA705B7A-4F84-D13F-0409-BF2794925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8" y="1076794"/>
            <a:ext cx="3438144" cy="3737851"/>
          </a:xfrm>
          <a:prstGeom prst="rect">
            <a:avLst/>
          </a:prstGeom>
        </p:spPr>
      </p:pic>
      <p:sp>
        <p:nvSpPr>
          <p:cNvPr id="7" name="Google Shape;1827;p39">
            <a:extLst>
              <a:ext uri="{FF2B5EF4-FFF2-40B4-BE49-F238E27FC236}">
                <a16:creationId xmlns:a16="http://schemas.microsoft.com/office/drawing/2014/main" id="{60FED23D-D056-FD3A-0B59-7F48983E4752}"/>
              </a:ext>
            </a:extLst>
          </p:cNvPr>
          <p:cNvSpPr txBox="1">
            <a:spLocks/>
          </p:cNvSpPr>
          <p:nvPr/>
        </p:nvSpPr>
        <p:spPr>
          <a:xfrm>
            <a:off x="6587783" y="1523029"/>
            <a:ext cx="2583733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Be Vietnam Pro" pitchFamily="2" charset="0"/>
                <a:ea typeface="Be Vietnam Pro" pitchFamily="2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/>
            <a:r>
              <a:rPr lang="en-US" sz="2000" b="1" dirty="0">
                <a:latin typeface="+mj-lt"/>
              </a:rPr>
              <a:t>MSE: 2k – 10k</a:t>
            </a:r>
          </a:p>
        </p:txBody>
      </p:sp>
    </p:spTree>
    <p:extLst>
      <p:ext uri="{BB962C8B-B14F-4D97-AF65-F5344CB8AC3E}">
        <p14:creationId xmlns:p14="http://schemas.microsoft.com/office/powerpoint/2010/main" val="357182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08FE9F9A-C793-930A-11DE-6051DE00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3EA87090-FD8B-125E-57B5-D04E582F50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rgbClr val="444242"/>
                </a:solidFill>
                <a:effectLst/>
                <a:latin typeface="Barlow" panose="00000500000000000000" pitchFamily="2" charset="0"/>
              </a:rPr>
              <a:t>Upgrade of the project</a:t>
            </a:r>
            <a:endParaRPr/>
          </a:p>
        </p:txBody>
      </p:sp>
      <p:sp>
        <p:nvSpPr>
          <p:cNvPr id="1645" name="Google Shape;1645;p35">
            <a:extLst>
              <a:ext uri="{FF2B5EF4-FFF2-40B4-BE49-F238E27FC236}">
                <a16:creationId xmlns:a16="http://schemas.microsoft.com/office/drawing/2014/main" id="{3F76EC66-180B-A8FA-CCAF-97765A5B964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E4919EED-D711-41C4-D0F1-AF468BA677C3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902DC6F2-C66D-9A8E-22D6-75A34128D643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DAEB74A5-A316-4031-22B7-DBAACADC4560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AD98134D-32AA-AC6A-8922-42DDE3C6F33F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0F1AA522-1412-C5C0-CACF-5666B73FBFF0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8BFE92BF-F83D-9C67-D667-72C53CB2542C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358681BC-74E5-272D-D072-2BB94C121EDA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5F0FFC91-1976-5671-102A-4E7CEEAE243B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A162664A-8F5A-C933-8296-E70247305159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922D4EE3-98AB-CE63-9DD8-9D56376188B0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98E3A1C9-8C04-00AA-09B5-FC2A3E5D938E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DFC3B011-1A3B-8FDC-EA60-3A6548D64907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0DC0F2DB-8211-E64A-9DE6-9C79D53840AC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A122B31E-D35D-4376-A495-CE314D04FDA2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50477BBD-9971-8082-66D1-60D1418D1B85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FCE70F09-B7F5-5782-B0DE-C97948B1483B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7C4CEB8E-A2C2-6BA4-7B5A-A156FB8DFD10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BF8B3AC4-179D-60D2-5D41-A2F9199B1B90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05CEFC1C-3307-3CE2-53CD-6220F1E3AEBA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D1AF1E0C-CE3C-C1EB-57ED-8A1555B067B1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C500DFB9-36AD-0F95-9B22-CD25D8C52B15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49E3D350-286C-B1A5-16E9-7125ABFFED9C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BF5008D0-A58F-AC6E-9CEC-9998FD0F85F7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F99529CE-AB58-4D8B-1058-7A5F7E49F8B4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91FD8E62-A11C-5FB3-09DC-A390D07EC8B1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1FC81E76-700B-D9EF-1C08-B07D42122228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9DDFC2FA-4E73-5909-BB06-C027183E8C92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372D8D51-6E00-C12D-5A87-86B905B43059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CBF0C1CD-7303-72C6-BE88-B68E76662215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CC4A15DF-9D73-8918-7DD4-EDCA67F130CF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56563AD7-12EB-8E20-A394-F3B6852442B4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7E5328E6-982C-DF95-BCF1-358F8F419F8D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395F5F3A-AEAA-4BA5-9FDC-E647147B1F86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7F0468C7-7752-5C01-63B8-D123853CF7DE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CDA3C07B-97E2-85BC-26C0-7CCF2A2177AF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DC41CE8C-A590-E1E7-50A1-6F79C32D240D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1E21D14D-46E0-035F-5F45-14B5267D891D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B432AC82-D68D-DD62-FCBC-9CD51079F1DB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BD1DE3BA-2157-9345-DBDB-889D8F813D09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F071481F-1F60-AF27-F7B0-F6DE1A007422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F4877B4F-7242-5AE3-C995-E5CE5EA2245C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0E241929-3A49-CBA4-951A-976800AFD685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06677FDB-DFB1-1E07-2051-0EE9ECB5BB79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899501A3-B65A-0DCB-AEA0-2207CB07E8D2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252272A7-6828-41F0-CCA6-66A69D23E545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08A6BD18-C2B8-68DE-04B5-084545987861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CFB671DB-4BF5-9B8B-E3DE-A8E5E58D1C9C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A934C098-8F5E-D387-5A47-F26E5D7950EA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4D05725F-B7AC-4BE0-E19E-9ACF17344933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77AE7542-4E28-6808-65F6-82B98C2C5027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EFC67DF3-2C03-CEAA-FADD-9A16CC5078A9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EC36B969-9EC2-84AF-6520-492D9D7D1B34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567B69AD-54E0-0BF4-A172-05ED8114FA97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DCF35056-401B-BEC5-FC94-D27EBBF88B02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4C428F9F-CC51-81FF-EFDC-924393470DFD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41EA8ED7-C958-9435-0741-887CFE9A2527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2803AC03-B406-B5B6-1F41-C5DCC3CF0F6F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A8E76F21-3AFD-B05C-E0DC-75236AE6B425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56A3B8E6-77CD-BCAC-B1A8-93D433A65977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C6B209AF-EB97-97E2-782C-67592C27BC78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8477A1D7-289A-C5A0-6932-1AA65607D2B8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4797CB36-E41F-4955-BB5E-1F5264A2D6A6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E2DBBC1B-87BB-EA24-574C-86EFF4857B99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2083CA0C-08DC-F6EB-A59F-CD0B2E55F3B9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0694EDFF-D93D-B488-9794-925F66E21AF2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F30D0A8E-3BB0-45F3-0017-6ABB46DC8CD9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98C9D836-577B-E817-318D-1D2D304E522D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04860F82-DA46-FDE6-0208-50541B28FA7B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F0E7DB1D-CB63-5B2F-6AC6-FC87170CA97F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AB810290-BAE8-D60F-FDFA-77AA617FC3FC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529FADAF-8CCA-60A2-4F83-29525F3C4284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921ED3B7-7E8E-F897-A9AD-1278ACC67599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43589CE8-8EAA-6C3F-79D8-2B699EB711D6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B3F31BA7-3B31-3A17-167B-D4B48DE116DE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179C47E1-ECB2-C98A-61F8-22D42191422B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FEFCDEB0-DFCF-832A-FF01-F9D60CAE188B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98F270E9-927A-CBEA-5A61-751B503BD57D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C3B86E6C-0696-E732-6028-B23AE03E7E28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036B4D2B-7D10-1E15-531A-7B35A8383BC1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B64AFC00-69AB-1BA4-62D9-9AB1B032F89E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D403274F-701B-752C-1863-EF3945D4B7E1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6A34502E-98CE-0CB2-33F9-052DBE823DD5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594FB50F-C040-656B-A11B-7A1ED4120877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C5A5F29B-BD74-AD5E-CB69-61CE29FE07F3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1E112D3A-F582-A120-4FEE-9C11E280C611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3F6B2DEB-A4F4-3D57-6270-73EA945261E4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44A64046-B89A-7A90-D40D-25A86C5710A7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E8E95643-22A3-D6E1-7A54-017798FC93E0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C2D17E2A-63B0-AAE2-F886-FD314BDB8A4F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773B3C3A-694A-0BB6-C946-B75F3FE490E0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51F2653B-226A-CA77-182B-1C0B2318ADC6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D46F8C2A-E8DE-D4B3-F382-CABB79A73F30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FDF4C7C0-C341-287E-B7B2-7E21512B013F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F7544E35-1B94-6CA3-C900-8B1585A35094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DC9803C9-AFCE-0DF8-3570-95323AE7403B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96315004-6452-5DD0-93BC-2495E28C3788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E444276C-4813-D2D6-A955-EBBAAAF0FBE6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F681C6D2-D1B9-0DD0-75A3-E121CEA4B324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7E0C00E4-D87B-0918-61D5-3D20AF85DE69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B9CF61FA-2549-8C8D-C16F-A3CED1EA1E28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63C648AB-E36C-92F6-5DC9-1C2ECFE5F326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7C761C3F-0997-70F4-C9FC-DDF62450307B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5BAED59D-FEB1-A69C-B7CC-6FA3E5AB910E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36559831-E321-0130-DA67-1DCBDC91A68E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96382F70-39A4-5A44-ECD6-77308D13198B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1E544DB8-0F65-A19F-A18F-3F51F2520CD8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55FC4F16-911E-AAC4-A38A-BA58A057FBD6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824A99-D0F1-0736-E0FA-C17EAE9F000B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91998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1FD2C332-465B-F66F-51D0-70E68DD1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4B52E577-0715-06AE-B654-74FB54D93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2772" y="10501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 err="1"/>
              <a:t>Overview</a:t>
            </a:r>
            <a:endParaRPr dirty="0"/>
          </a:p>
        </p:txBody>
      </p:sp>
      <p:sp>
        <p:nvSpPr>
          <p:cNvPr id="1822" name="Google Shape;1822;p39">
            <a:extLst>
              <a:ext uri="{FF2B5EF4-FFF2-40B4-BE49-F238E27FC236}">
                <a16:creationId xmlns:a16="http://schemas.microsoft.com/office/drawing/2014/main" id="{26055FAA-2BA3-E16A-70CA-A306F59471B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70779" y="1982917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vi-VN" dirty="0" err="1"/>
              <a:t>Pipeline</a:t>
            </a:r>
            <a:r>
              <a:rPr lang="vi-VN" dirty="0"/>
              <a:t> thử nghiệm toàn bộ các </a:t>
            </a:r>
            <a:r>
              <a:rPr lang="vi-VN" dirty="0" err="1"/>
              <a:t>model</a:t>
            </a:r>
            <a:r>
              <a:rPr lang="vi-VN" dirty="0"/>
              <a:t> cơ bản</a:t>
            </a:r>
            <a:endParaRPr lang="en-US" dirty="0"/>
          </a:p>
        </p:txBody>
      </p:sp>
      <p:sp>
        <p:nvSpPr>
          <p:cNvPr id="1825" name="Google Shape;1825;p39">
            <a:extLst>
              <a:ext uri="{FF2B5EF4-FFF2-40B4-BE49-F238E27FC236}">
                <a16:creationId xmlns:a16="http://schemas.microsoft.com/office/drawing/2014/main" id="{102DCFCF-A434-CC68-57B8-2D019BEC8D9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983079" y="3769966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vi-VN" dirty="0"/>
              <a:t>Phân tích bộ dữ liệu và tìm ra hướng đi tốt nhất</a:t>
            </a:r>
            <a:endParaRPr lang="en-GB" dirty="0"/>
          </a:p>
        </p:txBody>
      </p:sp>
      <p:sp>
        <p:nvSpPr>
          <p:cNvPr id="1826" name="Google Shape;1826;p39">
            <a:extLst>
              <a:ext uri="{FF2B5EF4-FFF2-40B4-BE49-F238E27FC236}">
                <a16:creationId xmlns:a16="http://schemas.microsoft.com/office/drawing/2014/main" id="{CB20995A-78C0-2AC1-0E97-04A4A0D267C8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902700" y="1671664"/>
            <a:ext cx="2542579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 err="1"/>
              <a:t>Phần</a:t>
            </a:r>
            <a:r>
              <a:rPr lang="en-GB" dirty="0"/>
              <a:t> 1</a:t>
            </a:r>
            <a:endParaRPr dirty="0"/>
          </a:p>
        </p:txBody>
      </p:sp>
      <p:sp>
        <p:nvSpPr>
          <p:cNvPr id="1828" name="Google Shape;1828;p39">
            <a:extLst>
              <a:ext uri="{FF2B5EF4-FFF2-40B4-BE49-F238E27FC236}">
                <a16:creationId xmlns:a16="http://schemas.microsoft.com/office/drawing/2014/main" id="{FD846A16-5AE1-FF98-A919-3D797EE410FB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102288" y="1670166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Phần 2</a:t>
            </a:r>
            <a:endParaRPr dirty="0"/>
          </a:p>
        </p:txBody>
      </p:sp>
      <p:sp>
        <p:nvSpPr>
          <p:cNvPr id="1829" name="Google Shape;1829;p39">
            <a:extLst>
              <a:ext uri="{FF2B5EF4-FFF2-40B4-BE49-F238E27FC236}">
                <a16:creationId xmlns:a16="http://schemas.microsoft.com/office/drawing/2014/main" id="{95D85AF2-CCDC-D51D-C643-A651B52B9BA7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043065" y="1982917"/>
            <a:ext cx="2434002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68275" indent="-15875"/>
            <a:r>
              <a:rPr lang="vi-VN" dirty="0"/>
              <a:t>Tập trung phát triển các </a:t>
            </a:r>
            <a:r>
              <a:rPr lang="vi-VN" dirty="0" err="1"/>
              <a:t>model</a:t>
            </a:r>
            <a:r>
              <a:rPr lang="vi-VN" dirty="0"/>
              <a:t> chuyên cho dữ liệu </a:t>
            </a:r>
            <a:r>
              <a:rPr lang="vi-VN" dirty="0" err="1"/>
              <a:t>TimeSeries</a:t>
            </a:r>
            <a:endParaRPr lang="en-GB" dirty="0"/>
          </a:p>
        </p:txBody>
      </p:sp>
      <p:sp>
        <p:nvSpPr>
          <p:cNvPr id="1832" name="Google Shape;1832;p39">
            <a:extLst>
              <a:ext uri="{FF2B5EF4-FFF2-40B4-BE49-F238E27FC236}">
                <a16:creationId xmlns:a16="http://schemas.microsoft.com/office/drawing/2014/main" id="{19E9AC81-DEF5-5EEF-B6FC-DDD1ABAF9541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2073479" y="3403817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vi-VN" dirty="0"/>
              <a:t>3</a:t>
            </a:r>
            <a:endParaRPr lang="en-GB" dirty="0"/>
          </a:p>
        </p:txBody>
      </p:sp>
      <p:grpSp>
        <p:nvGrpSpPr>
          <p:cNvPr id="11" name="Google Shape;11509;p68">
            <a:extLst>
              <a:ext uri="{FF2B5EF4-FFF2-40B4-BE49-F238E27FC236}">
                <a16:creationId xmlns:a16="http://schemas.microsoft.com/office/drawing/2014/main" id="{B63EC03A-684D-EB90-BDD6-207646668394}"/>
              </a:ext>
            </a:extLst>
          </p:cNvPr>
          <p:cNvGrpSpPr/>
          <p:nvPr/>
        </p:nvGrpSpPr>
        <p:grpSpPr>
          <a:xfrm>
            <a:off x="3042179" y="1113991"/>
            <a:ext cx="379790" cy="456082"/>
            <a:chOff x="-48237000" y="2342650"/>
            <a:chExt cx="256800" cy="300225"/>
          </a:xfrm>
          <a:solidFill>
            <a:schemeClr val="bg1"/>
          </a:solidFill>
        </p:grpSpPr>
        <p:sp>
          <p:nvSpPr>
            <p:cNvPr id="12" name="Google Shape;11510;p68">
              <a:extLst>
                <a:ext uri="{FF2B5EF4-FFF2-40B4-BE49-F238E27FC236}">
                  <a16:creationId xmlns:a16="http://schemas.microsoft.com/office/drawing/2014/main" id="{48C0D318-F580-3B6E-7ADA-BA47FE85C6D0}"/>
                </a:ext>
              </a:extLst>
            </p:cNvPr>
            <p:cNvSpPr/>
            <p:nvPr/>
          </p:nvSpPr>
          <p:spPr>
            <a:xfrm>
              <a:off x="-48237000" y="2342650"/>
              <a:ext cx="256800" cy="300225"/>
            </a:xfrm>
            <a:custGeom>
              <a:avLst/>
              <a:gdLst/>
              <a:ahLst/>
              <a:cxnLst/>
              <a:rect l="l" t="t" r="r" b="b"/>
              <a:pathLst>
                <a:path w="10272" h="12009" extrusionOk="0">
                  <a:moveTo>
                    <a:pt x="4507" y="679"/>
                  </a:moveTo>
                  <a:cubicBezTo>
                    <a:pt x="4774" y="679"/>
                    <a:pt x="5048" y="706"/>
                    <a:pt x="5325" y="762"/>
                  </a:cubicBezTo>
                  <a:cubicBezTo>
                    <a:pt x="6774" y="1077"/>
                    <a:pt x="7940" y="2274"/>
                    <a:pt x="8255" y="3723"/>
                  </a:cubicBezTo>
                  <a:cubicBezTo>
                    <a:pt x="8381" y="4227"/>
                    <a:pt x="8381" y="4763"/>
                    <a:pt x="8318" y="5267"/>
                  </a:cubicBezTo>
                  <a:cubicBezTo>
                    <a:pt x="8318" y="5330"/>
                    <a:pt x="8318" y="5424"/>
                    <a:pt x="8350" y="5487"/>
                  </a:cubicBezTo>
                  <a:lnTo>
                    <a:pt x="9263" y="7220"/>
                  </a:lnTo>
                  <a:cubicBezTo>
                    <a:pt x="9389" y="7441"/>
                    <a:pt x="9232" y="7756"/>
                    <a:pt x="8980" y="7756"/>
                  </a:cubicBezTo>
                  <a:lnTo>
                    <a:pt x="8034" y="7756"/>
                  </a:lnTo>
                  <a:cubicBezTo>
                    <a:pt x="7845" y="7756"/>
                    <a:pt x="7688" y="7913"/>
                    <a:pt x="7688" y="8102"/>
                  </a:cubicBezTo>
                  <a:lnTo>
                    <a:pt x="7688" y="9867"/>
                  </a:lnTo>
                  <a:lnTo>
                    <a:pt x="5892" y="9867"/>
                  </a:lnTo>
                  <a:cubicBezTo>
                    <a:pt x="5703" y="9867"/>
                    <a:pt x="5546" y="10024"/>
                    <a:pt x="5546" y="10213"/>
                  </a:cubicBezTo>
                  <a:lnTo>
                    <a:pt x="5546" y="11284"/>
                  </a:lnTo>
                  <a:lnTo>
                    <a:pt x="2049" y="11284"/>
                  </a:lnTo>
                  <a:lnTo>
                    <a:pt x="2049" y="7693"/>
                  </a:lnTo>
                  <a:cubicBezTo>
                    <a:pt x="2049" y="7598"/>
                    <a:pt x="2017" y="7504"/>
                    <a:pt x="1923" y="7441"/>
                  </a:cubicBezTo>
                  <a:cubicBezTo>
                    <a:pt x="1103" y="6685"/>
                    <a:pt x="631" y="5645"/>
                    <a:pt x="631" y="4542"/>
                  </a:cubicBezTo>
                  <a:cubicBezTo>
                    <a:pt x="631" y="2387"/>
                    <a:pt x="2372" y="679"/>
                    <a:pt x="4507" y="679"/>
                  </a:cubicBezTo>
                  <a:close/>
                  <a:moveTo>
                    <a:pt x="4570" y="0"/>
                  </a:moveTo>
                  <a:cubicBezTo>
                    <a:pt x="2059" y="0"/>
                    <a:pt x="1" y="1999"/>
                    <a:pt x="1" y="4542"/>
                  </a:cubicBezTo>
                  <a:cubicBezTo>
                    <a:pt x="1" y="5802"/>
                    <a:pt x="505" y="7000"/>
                    <a:pt x="1418" y="7850"/>
                  </a:cubicBezTo>
                  <a:lnTo>
                    <a:pt x="1418" y="11631"/>
                  </a:lnTo>
                  <a:cubicBezTo>
                    <a:pt x="1418" y="11851"/>
                    <a:pt x="1576" y="12009"/>
                    <a:pt x="1765" y="12009"/>
                  </a:cubicBezTo>
                  <a:lnTo>
                    <a:pt x="5987" y="12009"/>
                  </a:lnTo>
                  <a:cubicBezTo>
                    <a:pt x="6176" y="12009"/>
                    <a:pt x="6333" y="11851"/>
                    <a:pt x="6333" y="11631"/>
                  </a:cubicBezTo>
                  <a:lnTo>
                    <a:pt x="6333" y="10591"/>
                  </a:lnTo>
                  <a:lnTo>
                    <a:pt x="8097" y="10591"/>
                  </a:lnTo>
                  <a:cubicBezTo>
                    <a:pt x="8287" y="10591"/>
                    <a:pt x="8444" y="10434"/>
                    <a:pt x="8444" y="10213"/>
                  </a:cubicBezTo>
                  <a:lnTo>
                    <a:pt x="8444" y="8449"/>
                  </a:lnTo>
                  <a:lnTo>
                    <a:pt x="9043" y="8449"/>
                  </a:lnTo>
                  <a:cubicBezTo>
                    <a:pt x="9799" y="8417"/>
                    <a:pt x="10271" y="7598"/>
                    <a:pt x="9925" y="6874"/>
                  </a:cubicBezTo>
                  <a:lnTo>
                    <a:pt x="9043" y="5267"/>
                  </a:lnTo>
                  <a:cubicBezTo>
                    <a:pt x="9137" y="4700"/>
                    <a:pt x="9137" y="4164"/>
                    <a:pt x="9011" y="3597"/>
                  </a:cubicBezTo>
                  <a:cubicBezTo>
                    <a:pt x="8665" y="1864"/>
                    <a:pt x="7247" y="510"/>
                    <a:pt x="5546" y="100"/>
                  </a:cubicBezTo>
                  <a:cubicBezTo>
                    <a:pt x="5215" y="33"/>
                    <a:pt x="4889" y="0"/>
                    <a:pt x="45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511;p68">
              <a:extLst>
                <a:ext uri="{FF2B5EF4-FFF2-40B4-BE49-F238E27FC236}">
                  <a16:creationId xmlns:a16="http://schemas.microsoft.com/office/drawing/2014/main" id="{A40FF1F6-9B87-F860-9261-D1A51D47B8A4}"/>
                </a:ext>
              </a:extLst>
            </p:cNvPr>
            <p:cNvSpPr/>
            <p:nvPr/>
          </p:nvSpPr>
          <p:spPr>
            <a:xfrm>
              <a:off x="-48195250" y="2377425"/>
              <a:ext cx="144150" cy="140225"/>
            </a:xfrm>
            <a:custGeom>
              <a:avLst/>
              <a:gdLst/>
              <a:ahLst/>
              <a:cxnLst/>
              <a:rect l="l" t="t" r="r" b="b"/>
              <a:pathLst>
                <a:path w="5766" h="5609" extrusionOk="0">
                  <a:moveTo>
                    <a:pt x="3214" y="757"/>
                  </a:moveTo>
                  <a:lnTo>
                    <a:pt x="3214" y="883"/>
                  </a:lnTo>
                  <a:cubicBezTo>
                    <a:pt x="3214" y="1040"/>
                    <a:pt x="3277" y="1135"/>
                    <a:pt x="3435" y="1198"/>
                  </a:cubicBezTo>
                  <a:cubicBezTo>
                    <a:pt x="3624" y="1261"/>
                    <a:pt x="3844" y="1387"/>
                    <a:pt x="4002" y="1513"/>
                  </a:cubicBezTo>
                  <a:cubicBezTo>
                    <a:pt x="4061" y="1553"/>
                    <a:pt x="4146" y="1593"/>
                    <a:pt x="4233" y="1593"/>
                  </a:cubicBezTo>
                  <a:cubicBezTo>
                    <a:pt x="4283" y="1593"/>
                    <a:pt x="4333" y="1579"/>
                    <a:pt x="4380" y="1545"/>
                  </a:cubicBezTo>
                  <a:lnTo>
                    <a:pt x="4506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32" y="2206"/>
                    <a:pt x="4537" y="2364"/>
                    <a:pt x="4569" y="2490"/>
                  </a:cubicBezTo>
                  <a:cubicBezTo>
                    <a:pt x="4632" y="2710"/>
                    <a:pt x="4632" y="2899"/>
                    <a:pt x="4569" y="3120"/>
                  </a:cubicBezTo>
                  <a:cubicBezTo>
                    <a:pt x="4537" y="3277"/>
                    <a:pt x="4632" y="3403"/>
                    <a:pt x="4726" y="3466"/>
                  </a:cubicBezTo>
                  <a:lnTo>
                    <a:pt x="4852" y="3561"/>
                  </a:lnTo>
                  <a:lnTo>
                    <a:pt x="4506" y="4159"/>
                  </a:lnTo>
                  <a:lnTo>
                    <a:pt x="4380" y="4065"/>
                  </a:lnTo>
                  <a:cubicBezTo>
                    <a:pt x="4323" y="4037"/>
                    <a:pt x="4260" y="4021"/>
                    <a:pt x="4199" y="4021"/>
                  </a:cubicBezTo>
                  <a:cubicBezTo>
                    <a:pt x="4125" y="4021"/>
                    <a:pt x="4054" y="4044"/>
                    <a:pt x="4002" y="4096"/>
                  </a:cubicBezTo>
                  <a:cubicBezTo>
                    <a:pt x="3844" y="4254"/>
                    <a:pt x="3624" y="4348"/>
                    <a:pt x="3435" y="4411"/>
                  </a:cubicBezTo>
                  <a:cubicBezTo>
                    <a:pt x="3277" y="4475"/>
                    <a:pt x="3214" y="4632"/>
                    <a:pt x="3214" y="4727"/>
                  </a:cubicBezTo>
                  <a:lnTo>
                    <a:pt x="3214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426" y="4475"/>
                    <a:pt x="2269" y="4411"/>
                  </a:cubicBezTo>
                  <a:cubicBezTo>
                    <a:pt x="2048" y="4348"/>
                    <a:pt x="1859" y="4222"/>
                    <a:pt x="1702" y="4096"/>
                  </a:cubicBezTo>
                  <a:cubicBezTo>
                    <a:pt x="1622" y="4057"/>
                    <a:pt x="1530" y="4017"/>
                    <a:pt x="1449" y="4017"/>
                  </a:cubicBezTo>
                  <a:cubicBezTo>
                    <a:pt x="1402" y="4017"/>
                    <a:pt x="1358" y="4030"/>
                    <a:pt x="1324" y="4065"/>
                  </a:cubicBezTo>
                  <a:lnTo>
                    <a:pt x="1198" y="4159"/>
                  </a:lnTo>
                  <a:lnTo>
                    <a:pt x="851" y="3561"/>
                  </a:lnTo>
                  <a:lnTo>
                    <a:pt x="946" y="3466"/>
                  </a:lnTo>
                  <a:cubicBezTo>
                    <a:pt x="1072" y="3403"/>
                    <a:pt x="1166" y="3246"/>
                    <a:pt x="1103" y="3120"/>
                  </a:cubicBezTo>
                  <a:cubicBezTo>
                    <a:pt x="1072" y="2899"/>
                    <a:pt x="1072" y="2710"/>
                    <a:pt x="1103" y="2490"/>
                  </a:cubicBezTo>
                  <a:cubicBezTo>
                    <a:pt x="1166" y="2332"/>
                    <a:pt x="1072" y="2206"/>
                    <a:pt x="946" y="2143"/>
                  </a:cubicBezTo>
                  <a:lnTo>
                    <a:pt x="851" y="2049"/>
                  </a:lnTo>
                  <a:lnTo>
                    <a:pt x="1198" y="1482"/>
                  </a:lnTo>
                  <a:lnTo>
                    <a:pt x="1324" y="1545"/>
                  </a:lnTo>
                  <a:cubicBezTo>
                    <a:pt x="1366" y="1573"/>
                    <a:pt x="1421" y="1588"/>
                    <a:pt x="1481" y="1588"/>
                  </a:cubicBezTo>
                  <a:cubicBezTo>
                    <a:pt x="1553" y="1588"/>
                    <a:pt x="1632" y="1565"/>
                    <a:pt x="1702" y="1513"/>
                  </a:cubicBezTo>
                  <a:cubicBezTo>
                    <a:pt x="1859" y="1356"/>
                    <a:pt x="2048" y="1261"/>
                    <a:pt x="2269" y="1198"/>
                  </a:cubicBezTo>
                  <a:cubicBezTo>
                    <a:pt x="2426" y="1135"/>
                    <a:pt x="2489" y="977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85" y="1"/>
                    <a:pt x="1828" y="158"/>
                    <a:pt x="1828" y="379"/>
                  </a:cubicBezTo>
                  <a:lnTo>
                    <a:pt x="1828" y="599"/>
                  </a:lnTo>
                  <a:cubicBezTo>
                    <a:pt x="1702" y="631"/>
                    <a:pt x="1576" y="725"/>
                    <a:pt x="1513" y="788"/>
                  </a:cubicBezTo>
                  <a:lnTo>
                    <a:pt x="1324" y="694"/>
                  </a:lnTo>
                  <a:cubicBezTo>
                    <a:pt x="1265" y="658"/>
                    <a:pt x="1192" y="641"/>
                    <a:pt x="1122" y="641"/>
                  </a:cubicBezTo>
                  <a:cubicBezTo>
                    <a:pt x="1004" y="641"/>
                    <a:pt x="890" y="690"/>
                    <a:pt x="851" y="788"/>
                  </a:cubicBezTo>
                  <a:lnTo>
                    <a:pt x="126" y="2017"/>
                  </a:lnTo>
                  <a:cubicBezTo>
                    <a:pt x="63" y="2175"/>
                    <a:pt x="95" y="2427"/>
                    <a:pt x="253" y="2490"/>
                  </a:cubicBezTo>
                  <a:lnTo>
                    <a:pt x="442" y="2616"/>
                  </a:lnTo>
                  <a:lnTo>
                    <a:pt x="442" y="2994"/>
                  </a:lnTo>
                  <a:lnTo>
                    <a:pt x="253" y="3120"/>
                  </a:lnTo>
                  <a:cubicBezTo>
                    <a:pt x="95" y="3214"/>
                    <a:pt x="0" y="3435"/>
                    <a:pt x="126" y="3592"/>
                  </a:cubicBezTo>
                  <a:lnTo>
                    <a:pt x="851" y="4821"/>
                  </a:lnTo>
                  <a:cubicBezTo>
                    <a:pt x="894" y="4928"/>
                    <a:pt x="1024" y="4991"/>
                    <a:pt x="1152" y="4991"/>
                  </a:cubicBezTo>
                  <a:cubicBezTo>
                    <a:pt x="1213" y="4991"/>
                    <a:pt x="1273" y="4977"/>
                    <a:pt x="1324" y="4947"/>
                  </a:cubicBezTo>
                  <a:lnTo>
                    <a:pt x="1513" y="4821"/>
                  </a:lnTo>
                  <a:cubicBezTo>
                    <a:pt x="1639" y="4884"/>
                    <a:pt x="1733" y="4979"/>
                    <a:pt x="1828" y="5010"/>
                  </a:cubicBezTo>
                  <a:lnTo>
                    <a:pt x="1828" y="5262"/>
                  </a:lnTo>
                  <a:cubicBezTo>
                    <a:pt x="1828" y="5451"/>
                    <a:pt x="1985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9" y="5451"/>
                    <a:pt x="3939" y="5262"/>
                  </a:cubicBezTo>
                  <a:lnTo>
                    <a:pt x="3939" y="5010"/>
                  </a:lnTo>
                  <a:cubicBezTo>
                    <a:pt x="4065" y="4979"/>
                    <a:pt x="4191" y="4884"/>
                    <a:pt x="4254" y="4821"/>
                  </a:cubicBezTo>
                  <a:lnTo>
                    <a:pt x="4474" y="4947"/>
                  </a:lnTo>
                  <a:cubicBezTo>
                    <a:pt x="4524" y="4967"/>
                    <a:pt x="4580" y="4978"/>
                    <a:pt x="4637" y="4978"/>
                  </a:cubicBezTo>
                  <a:cubicBezTo>
                    <a:pt x="4759" y="4978"/>
                    <a:pt x="4882" y="4929"/>
                    <a:pt x="4947" y="4821"/>
                  </a:cubicBezTo>
                  <a:lnTo>
                    <a:pt x="5640" y="3592"/>
                  </a:lnTo>
                  <a:cubicBezTo>
                    <a:pt x="5734" y="3435"/>
                    <a:pt x="5671" y="3214"/>
                    <a:pt x="5514" y="3120"/>
                  </a:cubicBezTo>
                  <a:lnTo>
                    <a:pt x="5325" y="2994"/>
                  </a:lnTo>
                  <a:lnTo>
                    <a:pt x="5325" y="2616"/>
                  </a:lnTo>
                  <a:lnTo>
                    <a:pt x="5514" y="2490"/>
                  </a:lnTo>
                  <a:cubicBezTo>
                    <a:pt x="5671" y="2427"/>
                    <a:pt x="5766" y="2206"/>
                    <a:pt x="5640" y="2017"/>
                  </a:cubicBezTo>
                  <a:lnTo>
                    <a:pt x="4947" y="788"/>
                  </a:lnTo>
                  <a:cubicBezTo>
                    <a:pt x="4887" y="689"/>
                    <a:pt x="4777" y="627"/>
                    <a:pt x="4664" y="627"/>
                  </a:cubicBezTo>
                  <a:cubicBezTo>
                    <a:pt x="4598" y="627"/>
                    <a:pt x="4532" y="648"/>
                    <a:pt x="4474" y="694"/>
                  </a:cubicBezTo>
                  <a:lnTo>
                    <a:pt x="4254" y="788"/>
                  </a:lnTo>
                  <a:cubicBezTo>
                    <a:pt x="4159" y="725"/>
                    <a:pt x="4033" y="631"/>
                    <a:pt x="3939" y="599"/>
                  </a:cubicBezTo>
                  <a:lnTo>
                    <a:pt x="3939" y="379"/>
                  </a:lnTo>
                  <a:cubicBezTo>
                    <a:pt x="3939" y="158"/>
                    <a:pt x="3781" y="1"/>
                    <a:pt x="3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512;p68">
              <a:extLst>
                <a:ext uri="{FF2B5EF4-FFF2-40B4-BE49-F238E27FC236}">
                  <a16:creationId xmlns:a16="http://schemas.microsoft.com/office/drawing/2014/main" id="{C1364E01-11AC-67BE-9510-DBCE376CD541}"/>
                </a:ext>
              </a:extLst>
            </p:cNvPr>
            <p:cNvSpPr/>
            <p:nvPr/>
          </p:nvSpPr>
          <p:spPr>
            <a:xfrm>
              <a:off x="-48150350" y="2422325"/>
              <a:ext cx="52775" cy="52800"/>
            </a:xfrm>
            <a:custGeom>
              <a:avLst/>
              <a:gdLst/>
              <a:ahLst/>
              <a:cxnLst/>
              <a:rect l="l" t="t" r="r" b="b"/>
              <a:pathLst>
                <a:path w="2111" h="2112" extrusionOk="0">
                  <a:moveTo>
                    <a:pt x="1040" y="662"/>
                  </a:moveTo>
                  <a:cubicBezTo>
                    <a:pt x="1260" y="662"/>
                    <a:pt x="1418" y="820"/>
                    <a:pt x="1418" y="1009"/>
                  </a:cubicBezTo>
                  <a:cubicBezTo>
                    <a:pt x="1418" y="1198"/>
                    <a:pt x="1260" y="1355"/>
                    <a:pt x="1040" y="1355"/>
                  </a:cubicBezTo>
                  <a:cubicBezTo>
                    <a:pt x="851" y="1355"/>
                    <a:pt x="693" y="1198"/>
                    <a:pt x="693" y="1009"/>
                  </a:cubicBezTo>
                  <a:cubicBezTo>
                    <a:pt x="693" y="820"/>
                    <a:pt x="851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1"/>
                    <a:pt x="1040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1154;p67">
            <a:extLst>
              <a:ext uri="{FF2B5EF4-FFF2-40B4-BE49-F238E27FC236}">
                <a16:creationId xmlns:a16="http://schemas.microsoft.com/office/drawing/2014/main" id="{B0DA2466-D068-CF76-221F-2AEE29EB801C}"/>
              </a:ext>
            </a:extLst>
          </p:cNvPr>
          <p:cNvGrpSpPr/>
          <p:nvPr/>
        </p:nvGrpSpPr>
        <p:grpSpPr>
          <a:xfrm>
            <a:off x="6129547" y="1161360"/>
            <a:ext cx="356438" cy="353557"/>
            <a:chOff x="-31166825" y="1939525"/>
            <a:chExt cx="293800" cy="291425"/>
          </a:xfrm>
          <a:solidFill>
            <a:schemeClr val="bg1"/>
          </a:solidFill>
        </p:grpSpPr>
        <p:sp>
          <p:nvSpPr>
            <p:cNvPr id="20" name="Google Shape;11155;p67">
              <a:extLst>
                <a:ext uri="{FF2B5EF4-FFF2-40B4-BE49-F238E27FC236}">
                  <a16:creationId xmlns:a16="http://schemas.microsoft.com/office/drawing/2014/main" id="{259B7283-4804-9C7A-A14D-D660F03E6CDD}"/>
                </a:ext>
              </a:extLst>
            </p:cNvPr>
            <p:cNvSpPr/>
            <p:nvPr/>
          </p:nvSpPr>
          <p:spPr>
            <a:xfrm>
              <a:off x="-31166825" y="1939525"/>
              <a:ext cx="224500" cy="291425"/>
            </a:xfrm>
            <a:custGeom>
              <a:avLst/>
              <a:gdLst/>
              <a:ahLst/>
              <a:cxnLst/>
              <a:rect l="l" t="t" r="r" b="b"/>
              <a:pathLst>
                <a:path w="8980" h="11657" extrusionOk="0">
                  <a:moveTo>
                    <a:pt x="5892" y="662"/>
                  </a:moveTo>
                  <a:cubicBezTo>
                    <a:pt x="6081" y="662"/>
                    <a:pt x="6239" y="819"/>
                    <a:pt x="6239" y="1040"/>
                  </a:cubicBezTo>
                  <a:lnTo>
                    <a:pt x="6239" y="1386"/>
                  </a:lnTo>
                  <a:lnTo>
                    <a:pt x="2805" y="1386"/>
                  </a:lnTo>
                  <a:lnTo>
                    <a:pt x="2805" y="1040"/>
                  </a:lnTo>
                  <a:cubicBezTo>
                    <a:pt x="2805" y="819"/>
                    <a:pt x="2962" y="662"/>
                    <a:pt x="3120" y="662"/>
                  </a:cubicBezTo>
                  <a:close/>
                  <a:moveTo>
                    <a:pt x="8035" y="1323"/>
                  </a:moveTo>
                  <a:cubicBezTo>
                    <a:pt x="8255" y="1323"/>
                    <a:pt x="8413" y="1512"/>
                    <a:pt x="8413" y="1701"/>
                  </a:cubicBezTo>
                  <a:lnTo>
                    <a:pt x="8413" y="10617"/>
                  </a:lnTo>
                  <a:cubicBezTo>
                    <a:pt x="8413" y="10838"/>
                    <a:pt x="8255" y="10995"/>
                    <a:pt x="8035" y="10995"/>
                  </a:cubicBezTo>
                  <a:lnTo>
                    <a:pt x="1166" y="10995"/>
                  </a:lnTo>
                  <a:cubicBezTo>
                    <a:pt x="946" y="10995"/>
                    <a:pt x="788" y="10838"/>
                    <a:pt x="788" y="10617"/>
                  </a:cubicBezTo>
                  <a:lnTo>
                    <a:pt x="788" y="1701"/>
                  </a:lnTo>
                  <a:lnTo>
                    <a:pt x="757" y="1701"/>
                  </a:lnTo>
                  <a:cubicBezTo>
                    <a:pt x="757" y="1512"/>
                    <a:pt x="914" y="1323"/>
                    <a:pt x="1103" y="1323"/>
                  </a:cubicBezTo>
                  <a:lnTo>
                    <a:pt x="2143" y="1323"/>
                  </a:lnTo>
                  <a:lnTo>
                    <a:pt x="2143" y="1701"/>
                  </a:lnTo>
                  <a:cubicBezTo>
                    <a:pt x="2143" y="1890"/>
                    <a:pt x="2301" y="2048"/>
                    <a:pt x="2490" y="2048"/>
                  </a:cubicBezTo>
                  <a:lnTo>
                    <a:pt x="6617" y="2048"/>
                  </a:lnTo>
                  <a:cubicBezTo>
                    <a:pt x="6837" y="2048"/>
                    <a:pt x="6995" y="1890"/>
                    <a:pt x="6995" y="1701"/>
                  </a:cubicBezTo>
                  <a:lnTo>
                    <a:pt x="6995" y="1323"/>
                  </a:lnTo>
                  <a:close/>
                  <a:moveTo>
                    <a:pt x="3120" y="0"/>
                  </a:moveTo>
                  <a:cubicBezTo>
                    <a:pt x="2679" y="0"/>
                    <a:pt x="2301" y="284"/>
                    <a:pt x="2143" y="662"/>
                  </a:cubicBezTo>
                  <a:lnTo>
                    <a:pt x="1040" y="662"/>
                  </a:lnTo>
                  <a:cubicBezTo>
                    <a:pt x="473" y="662"/>
                    <a:pt x="1" y="1134"/>
                    <a:pt x="1" y="1701"/>
                  </a:cubicBezTo>
                  <a:lnTo>
                    <a:pt x="1" y="10649"/>
                  </a:lnTo>
                  <a:cubicBezTo>
                    <a:pt x="64" y="11216"/>
                    <a:pt x="536" y="11657"/>
                    <a:pt x="1072" y="11657"/>
                  </a:cubicBezTo>
                  <a:lnTo>
                    <a:pt x="7971" y="11657"/>
                  </a:lnTo>
                  <a:cubicBezTo>
                    <a:pt x="8507" y="11657"/>
                    <a:pt x="8980" y="11184"/>
                    <a:pt x="8980" y="10649"/>
                  </a:cubicBezTo>
                  <a:lnTo>
                    <a:pt x="8980" y="1701"/>
                  </a:lnTo>
                  <a:cubicBezTo>
                    <a:pt x="8980" y="1134"/>
                    <a:pt x="8507" y="662"/>
                    <a:pt x="7971" y="662"/>
                  </a:cubicBezTo>
                  <a:lnTo>
                    <a:pt x="6869" y="662"/>
                  </a:lnTo>
                  <a:cubicBezTo>
                    <a:pt x="6711" y="284"/>
                    <a:pt x="6365" y="0"/>
                    <a:pt x="58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156;p67">
              <a:extLst>
                <a:ext uri="{FF2B5EF4-FFF2-40B4-BE49-F238E27FC236}">
                  <a16:creationId xmlns:a16="http://schemas.microsoft.com/office/drawing/2014/main" id="{C1BD60CB-FDBE-8589-0B07-AFAF5DCAD41D}"/>
                </a:ext>
              </a:extLst>
            </p:cNvPr>
            <p:cNvSpPr/>
            <p:nvPr/>
          </p:nvSpPr>
          <p:spPr>
            <a:xfrm>
              <a:off x="-31131375" y="214507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6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6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4"/>
                  </a:lnTo>
                  <a:cubicBezTo>
                    <a:pt x="0" y="1954"/>
                    <a:pt x="158" y="2112"/>
                    <a:pt x="379" y="2112"/>
                  </a:cubicBezTo>
                  <a:lnTo>
                    <a:pt x="1733" y="2112"/>
                  </a:lnTo>
                  <a:cubicBezTo>
                    <a:pt x="1954" y="2112"/>
                    <a:pt x="2111" y="1954"/>
                    <a:pt x="2111" y="1734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157;p67">
              <a:extLst>
                <a:ext uri="{FF2B5EF4-FFF2-40B4-BE49-F238E27FC236}">
                  <a16:creationId xmlns:a16="http://schemas.microsoft.com/office/drawing/2014/main" id="{7557E776-7665-DD66-07A0-DD3D219DECE8}"/>
                </a:ext>
              </a:extLst>
            </p:cNvPr>
            <p:cNvSpPr/>
            <p:nvPr/>
          </p:nvSpPr>
          <p:spPr>
            <a:xfrm>
              <a:off x="-31131375" y="207655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55" y="694"/>
                  </a:moveTo>
                  <a:lnTo>
                    <a:pt x="1355" y="1356"/>
                  </a:lnTo>
                  <a:lnTo>
                    <a:pt x="694" y="1356"/>
                  </a:lnTo>
                  <a:lnTo>
                    <a:pt x="694" y="694"/>
                  </a:lnTo>
                  <a:close/>
                  <a:moveTo>
                    <a:pt x="379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79" y="2080"/>
                  </a:cubicBezTo>
                  <a:lnTo>
                    <a:pt x="1733" y="2080"/>
                  </a:lnTo>
                  <a:cubicBezTo>
                    <a:pt x="1954" y="2080"/>
                    <a:pt x="2111" y="1923"/>
                    <a:pt x="2111" y="1734"/>
                  </a:cubicBezTo>
                  <a:lnTo>
                    <a:pt x="2111" y="348"/>
                  </a:ln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158;p67">
              <a:extLst>
                <a:ext uri="{FF2B5EF4-FFF2-40B4-BE49-F238E27FC236}">
                  <a16:creationId xmlns:a16="http://schemas.microsoft.com/office/drawing/2014/main" id="{7CAAEF2C-60C6-C67F-5A2C-5038CBA3F966}"/>
                </a:ext>
              </a:extLst>
            </p:cNvPr>
            <p:cNvSpPr/>
            <p:nvPr/>
          </p:nvSpPr>
          <p:spPr>
            <a:xfrm>
              <a:off x="-31131375" y="20072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5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5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79" y="2111"/>
                  </a:cubicBezTo>
                  <a:lnTo>
                    <a:pt x="1733" y="2111"/>
                  </a:lnTo>
                  <a:cubicBezTo>
                    <a:pt x="1954" y="2111"/>
                    <a:pt x="2111" y="1954"/>
                    <a:pt x="2111" y="1733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159;p67">
              <a:extLst>
                <a:ext uri="{FF2B5EF4-FFF2-40B4-BE49-F238E27FC236}">
                  <a16:creationId xmlns:a16="http://schemas.microsoft.com/office/drawing/2014/main" id="{3E99BAA1-C70D-0DEA-5DEF-2B73A7B11BC6}"/>
                </a:ext>
              </a:extLst>
            </p:cNvPr>
            <p:cNvSpPr/>
            <p:nvPr/>
          </p:nvSpPr>
          <p:spPr>
            <a:xfrm>
              <a:off x="-31062075" y="2007250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057" y="725"/>
                  </a:lnTo>
                  <a:cubicBezTo>
                    <a:pt x="3277" y="725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160;p67">
              <a:extLst>
                <a:ext uri="{FF2B5EF4-FFF2-40B4-BE49-F238E27FC236}">
                  <a16:creationId xmlns:a16="http://schemas.microsoft.com/office/drawing/2014/main" id="{F8BE40D8-D3BB-5128-6432-D49CB5617A5F}"/>
                </a:ext>
              </a:extLst>
            </p:cNvPr>
            <p:cNvSpPr/>
            <p:nvPr/>
          </p:nvSpPr>
          <p:spPr>
            <a:xfrm>
              <a:off x="-31062075" y="2041900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161;p67">
              <a:extLst>
                <a:ext uri="{FF2B5EF4-FFF2-40B4-BE49-F238E27FC236}">
                  <a16:creationId xmlns:a16="http://schemas.microsoft.com/office/drawing/2014/main" id="{1F5D959D-8CF0-2BD1-3204-46F4619152F0}"/>
                </a:ext>
              </a:extLst>
            </p:cNvPr>
            <p:cNvSpPr/>
            <p:nvPr/>
          </p:nvSpPr>
          <p:spPr>
            <a:xfrm>
              <a:off x="-31062075" y="2076550"/>
              <a:ext cx="85875" cy="17375"/>
            </a:xfrm>
            <a:custGeom>
              <a:avLst/>
              <a:gdLst/>
              <a:ahLst/>
              <a:cxnLst/>
              <a:rect l="l" t="t" r="r" b="b"/>
              <a:pathLst>
                <a:path w="3435" h="695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3057" y="694"/>
                  </a:lnTo>
                  <a:cubicBezTo>
                    <a:pt x="3277" y="694"/>
                    <a:pt x="3435" y="537"/>
                    <a:pt x="3435" y="348"/>
                  </a:cubicBezTo>
                  <a:cubicBezTo>
                    <a:pt x="3435" y="159"/>
                    <a:pt x="3277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162;p67">
              <a:extLst>
                <a:ext uri="{FF2B5EF4-FFF2-40B4-BE49-F238E27FC236}">
                  <a16:creationId xmlns:a16="http://schemas.microsoft.com/office/drawing/2014/main" id="{408C7394-5BF6-D58A-7904-5F85B12BD5DB}"/>
                </a:ext>
              </a:extLst>
            </p:cNvPr>
            <p:cNvSpPr/>
            <p:nvPr/>
          </p:nvSpPr>
          <p:spPr>
            <a:xfrm>
              <a:off x="-31062075" y="21104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90"/>
                    <a:pt x="1923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163;p67">
              <a:extLst>
                <a:ext uri="{FF2B5EF4-FFF2-40B4-BE49-F238E27FC236}">
                  <a16:creationId xmlns:a16="http://schemas.microsoft.com/office/drawing/2014/main" id="{2EA167A6-09B2-5099-4619-ED779C0F7CA9}"/>
                </a:ext>
              </a:extLst>
            </p:cNvPr>
            <p:cNvSpPr/>
            <p:nvPr/>
          </p:nvSpPr>
          <p:spPr>
            <a:xfrm>
              <a:off x="-31062075" y="2145075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3057" y="726"/>
                  </a:lnTo>
                  <a:cubicBezTo>
                    <a:pt x="3277" y="726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164;p67">
              <a:extLst>
                <a:ext uri="{FF2B5EF4-FFF2-40B4-BE49-F238E27FC236}">
                  <a16:creationId xmlns:a16="http://schemas.microsoft.com/office/drawing/2014/main" id="{8140BE59-7465-F1F4-E8B9-B9303F1E4DA4}"/>
                </a:ext>
              </a:extLst>
            </p:cNvPr>
            <p:cNvSpPr/>
            <p:nvPr/>
          </p:nvSpPr>
          <p:spPr>
            <a:xfrm>
              <a:off x="-31062075" y="2179750"/>
              <a:ext cx="52025" cy="18125"/>
            </a:xfrm>
            <a:custGeom>
              <a:avLst/>
              <a:gdLst/>
              <a:ahLst/>
              <a:cxnLst/>
              <a:rect l="l" t="t" r="r" b="b"/>
              <a:pathLst>
                <a:path w="2081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7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165;p67">
              <a:extLst>
                <a:ext uri="{FF2B5EF4-FFF2-40B4-BE49-F238E27FC236}">
                  <a16:creationId xmlns:a16="http://schemas.microsoft.com/office/drawing/2014/main" id="{9820E8BD-7C18-C796-FB42-6F9FE446D236}"/>
                </a:ext>
              </a:extLst>
            </p:cNvPr>
            <p:cNvSpPr/>
            <p:nvPr/>
          </p:nvSpPr>
          <p:spPr>
            <a:xfrm>
              <a:off x="-30924225" y="1974175"/>
              <a:ext cx="51200" cy="240250"/>
            </a:xfrm>
            <a:custGeom>
              <a:avLst/>
              <a:gdLst/>
              <a:ahLst/>
              <a:cxnLst/>
              <a:rect l="l" t="t" r="r" b="b"/>
              <a:pathLst>
                <a:path w="2048" h="9610" extrusionOk="0">
                  <a:moveTo>
                    <a:pt x="1008" y="662"/>
                  </a:moveTo>
                  <a:cubicBezTo>
                    <a:pt x="1229" y="662"/>
                    <a:pt x="1386" y="819"/>
                    <a:pt x="1386" y="1009"/>
                  </a:cubicBezTo>
                  <a:lnTo>
                    <a:pt x="1386" y="2080"/>
                  </a:lnTo>
                  <a:lnTo>
                    <a:pt x="725" y="2080"/>
                  </a:lnTo>
                  <a:lnTo>
                    <a:pt x="725" y="1009"/>
                  </a:lnTo>
                  <a:lnTo>
                    <a:pt x="662" y="1009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1323" y="2741"/>
                  </a:moveTo>
                  <a:lnTo>
                    <a:pt x="1323" y="6900"/>
                  </a:lnTo>
                  <a:lnTo>
                    <a:pt x="662" y="6900"/>
                  </a:lnTo>
                  <a:lnTo>
                    <a:pt x="662" y="2741"/>
                  </a:lnTo>
                  <a:close/>
                  <a:moveTo>
                    <a:pt x="1260" y="7562"/>
                  </a:moveTo>
                  <a:lnTo>
                    <a:pt x="1008" y="8192"/>
                  </a:lnTo>
                  <a:lnTo>
                    <a:pt x="819" y="7562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7215"/>
                  </a:lnTo>
                  <a:lnTo>
                    <a:pt x="0" y="7309"/>
                  </a:lnTo>
                  <a:lnTo>
                    <a:pt x="662" y="9357"/>
                  </a:lnTo>
                  <a:cubicBezTo>
                    <a:pt x="693" y="9515"/>
                    <a:pt x="819" y="9609"/>
                    <a:pt x="977" y="9609"/>
                  </a:cubicBezTo>
                  <a:cubicBezTo>
                    <a:pt x="1134" y="9609"/>
                    <a:pt x="1260" y="9515"/>
                    <a:pt x="1292" y="9357"/>
                  </a:cubicBezTo>
                  <a:lnTo>
                    <a:pt x="1954" y="7309"/>
                  </a:lnTo>
                  <a:lnTo>
                    <a:pt x="1954" y="7215"/>
                  </a:lnTo>
                  <a:lnTo>
                    <a:pt x="1954" y="1009"/>
                  </a:lnTo>
                  <a:cubicBezTo>
                    <a:pt x="2048" y="441"/>
                    <a:pt x="1576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1825;p39">
            <a:extLst>
              <a:ext uri="{FF2B5EF4-FFF2-40B4-BE49-F238E27FC236}">
                <a16:creationId xmlns:a16="http://schemas.microsoft.com/office/drawing/2014/main" id="{0654E090-201A-BA30-F723-D72A515F7DDC}"/>
              </a:ext>
            </a:extLst>
          </p:cNvPr>
          <p:cNvSpPr txBox="1">
            <a:spLocks/>
          </p:cNvSpPr>
          <p:nvPr/>
        </p:nvSpPr>
        <p:spPr>
          <a:xfrm>
            <a:off x="5069380" y="3747723"/>
            <a:ext cx="23745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vi-VN" dirty="0"/>
              <a:t>Giao diện Người dùng (UI) và Hệ thống Triển khai</a:t>
            </a:r>
            <a:endParaRPr lang="en-GB" dirty="0"/>
          </a:p>
        </p:txBody>
      </p:sp>
      <p:sp>
        <p:nvSpPr>
          <p:cNvPr id="32" name="Google Shape;1832;p39">
            <a:extLst>
              <a:ext uri="{FF2B5EF4-FFF2-40B4-BE49-F238E27FC236}">
                <a16:creationId xmlns:a16="http://schemas.microsoft.com/office/drawing/2014/main" id="{86A6A23C-ED54-76F6-EA88-4A96399A09CC}"/>
              </a:ext>
            </a:extLst>
          </p:cNvPr>
          <p:cNvSpPr txBox="1">
            <a:spLocks/>
          </p:cNvSpPr>
          <p:nvPr/>
        </p:nvSpPr>
        <p:spPr>
          <a:xfrm>
            <a:off x="5050712" y="3392866"/>
            <a:ext cx="237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vi-VN" dirty="0"/>
              <a:t>4</a:t>
            </a:r>
            <a:endParaRPr lang="en-GB" dirty="0"/>
          </a:p>
        </p:txBody>
      </p:sp>
      <p:sp>
        <p:nvSpPr>
          <p:cNvPr id="33" name="Google Shape;11483;p68">
            <a:extLst>
              <a:ext uri="{FF2B5EF4-FFF2-40B4-BE49-F238E27FC236}">
                <a16:creationId xmlns:a16="http://schemas.microsoft.com/office/drawing/2014/main" id="{A46FE675-27B4-C529-A886-4564D43BD5DB}"/>
              </a:ext>
            </a:extLst>
          </p:cNvPr>
          <p:cNvSpPr/>
          <p:nvPr/>
        </p:nvSpPr>
        <p:spPr>
          <a:xfrm>
            <a:off x="6057512" y="3002704"/>
            <a:ext cx="358199" cy="359154"/>
          </a:xfrm>
          <a:custGeom>
            <a:avLst/>
            <a:gdLst/>
            <a:ahLst/>
            <a:cxnLst/>
            <a:rect l="l" t="t" r="r" b="b"/>
            <a:pathLst>
              <a:path w="12004" h="12036" extrusionOk="0">
                <a:moveTo>
                  <a:pt x="10933" y="4947"/>
                </a:moveTo>
                <a:cubicBezTo>
                  <a:pt x="11122" y="4947"/>
                  <a:pt x="11279" y="5104"/>
                  <a:pt x="11279" y="5293"/>
                </a:cubicBezTo>
                <a:lnTo>
                  <a:pt x="11279" y="5671"/>
                </a:lnTo>
                <a:lnTo>
                  <a:pt x="7782" y="5671"/>
                </a:lnTo>
                <a:lnTo>
                  <a:pt x="7782" y="5293"/>
                </a:lnTo>
                <a:cubicBezTo>
                  <a:pt x="7782" y="5104"/>
                  <a:pt x="7940" y="4947"/>
                  <a:pt x="8129" y="4947"/>
                </a:cubicBezTo>
                <a:close/>
                <a:moveTo>
                  <a:pt x="9547" y="694"/>
                </a:moveTo>
                <a:cubicBezTo>
                  <a:pt x="9736" y="694"/>
                  <a:pt x="9893" y="851"/>
                  <a:pt x="9893" y="1040"/>
                </a:cubicBezTo>
                <a:lnTo>
                  <a:pt x="9893" y="4254"/>
                </a:lnTo>
                <a:lnTo>
                  <a:pt x="8129" y="4254"/>
                </a:lnTo>
                <a:cubicBezTo>
                  <a:pt x="7530" y="4254"/>
                  <a:pt x="7058" y="4726"/>
                  <a:pt x="7058" y="5293"/>
                </a:cubicBezTo>
                <a:lnTo>
                  <a:pt x="7058" y="6365"/>
                </a:lnTo>
                <a:lnTo>
                  <a:pt x="694" y="6365"/>
                </a:lnTo>
                <a:lnTo>
                  <a:pt x="694" y="1040"/>
                </a:lnTo>
                <a:cubicBezTo>
                  <a:pt x="725" y="851"/>
                  <a:pt x="883" y="694"/>
                  <a:pt x="1072" y="694"/>
                </a:cubicBezTo>
                <a:close/>
                <a:moveTo>
                  <a:pt x="7121" y="7026"/>
                </a:moveTo>
                <a:lnTo>
                  <a:pt x="7121" y="7751"/>
                </a:lnTo>
                <a:lnTo>
                  <a:pt x="1072" y="7751"/>
                </a:lnTo>
                <a:cubicBezTo>
                  <a:pt x="883" y="7751"/>
                  <a:pt x="725" y="7593"/>
                  <a:pt x="725" y="7404"/>
                </a:cubicBezTo>
                <a:lnTo>
                  <a:pt x="725" y="7026"/>
                </a:lnTo>
                <a:close/>
                <a:moveTo>
                  <a:pt x="5703" y="8444"/>
                </a:moveTo>
                <a:lnTo>
                  <a:pt x="5703" y="9168"/>
                </a:lnTo>
                <a:lnTo>
                  <a:pt x="4947" y="9168"/>
                </a:lnTo>
                <a:lnTo>
                  <a:pt x="4947" y="8444"/>
                </a:lnTo>
                <a:close/>
                <a:moveTo>
                  <a:pt x="7089" y="8444"/>
                </a:moveTo>
                <a:lnTo>
                  <a:pt x="7089" y="9168"/>
                </a:lnTo>
                <a:lnTo>
                  <a:pt x="6365" y="9168"/>
                </a:lnTo>
                <a:lnTo>
                  <a:pt x="6365" y="8444"/>
                </a:lnTo>
                <a:close/>
                <a:moveTo>
                  <a:pt x="11279" y="6333"/>
                </a:moveTo>
                <a:lnTo>
                  <a:pt x="11279" y="9830"/>
                </a:lnTo>
                <a:lnTo>
                  <a:pt x="7782" y="9830"/>
                </a:lnTo>
                <a:lnTo>
                  <a:pt x="7782" y="6333"/>
                </a:lnTo>
                <a:close/>
                <a:moveTo>
                  <a:pt x="11279" y="10523"/>
                </a:moveTo>
                <a:lnTo>
                  <a:pt x="11279" y="10901"/>
                </a:lnTo>
                <a:cubicBezTo>
                  <a:pt x="11279" y="11090"/>
                  <a:pt x="11122" y="11248"/>
                  <a:pt x="10933" y="11248"/>
                </a:cubicBezTo>
                <a:lnTo>
                  <a:pt x="8129" y="11248"/>
                </a:lnTo>
                <a:cubicBezTo>
                  <a:pt x="7940" y="11248"/>
                  <a:pt x="7782" y="11090"/>
                  <a:pt x="7782" y="10901"/>
                </a:cubicBezTo>
                <a:lnTo>
                  <a:pt x="7782" y="10523"/>
                </a:lnTo>
                <a:close/>
                <a:moveTo>
                  <a:pt x="1040" y="1"/>
                </a:moveTo>
                <a:cubicBezTo>
                  <a:pt x="442" y="1"/>
                  <a:pt x="1" y="473"/>
                  <a:pt x="1" y="1040"/>
                </a:cubicBezTo>
                <a:lnTo>
                  <a:pt x="1" y="7436"/>
                </a:lnTo>
                <a:cubicBezTo>
                  <a:pt x="1" y="8034"/>
                  <a:pt x="442" y="8507"/>
                  <a:pt x="1040" y="8507"/>
                </a:cubicBezTo>
                <a:lnTo>
                  <a:pt x="4191" y="8507"/>
                </a:lnTo>
                <a:lnTo>
                  <a:pt x="4191" y="9200"/>
                </a:lnTo>
                <a:lnTo>
                  <a:pt x="3151" y="9200"/>
                </a:lnTo>
                <a:cubicBezTo>
                  <a:pt x="2931" y="9200"/>
                  <a:pt x="2773" y="9357"/>
                  <a:pt x="2773" y="9546"/>
                </a:cubicBezTo>
                <a:cubicBezTo>
                  <a:pt x="2773" y="9767"/>
                  <a:pt x="2931" y="9925"/>
                  <a:pt x="3151" y="9925"/>
                </a:cubicBezTo>
                <a:lnTo>
                  <a:pt x="7026" y="9925"/>
                </a:lnTo>
                <a:lnTo>
                  <a:pt x="7026" y="10964"/>
                </a:lnTo>
                <a:cubicBezTo>
                  <a:pt x="7026" y="11563"/>
                  <a:pt x="7499" y="12035"/>
                  <a:pt x="8097" y="12035"/>
                </a:cubicBezTo>
                <a:lnTo>
                  <a:pt x="10901" y="12035"/>
                </a:lnTo>
                <a:cubicBezTo>
                  <a:pt x="11468" y="12035"/>
                  <a:pt x="11941" y="11563"/>
                  <a:pt x="11941" y="10964"/>
                </a:cubicBezTo>
                <a:lnTo>
                  <a:pt x="11941" y="5356"/>
                </a:lnTo>
                <a:cubicBezTo>
                  <a:pt x="12004" y="4726"/>
                  <a:pt x="11531" y="4254"/>
                  <a:pt x="10933" y="4254"/>
                </a:cubicBezTo>
                <a:lnTo>
                  <a:pt x="10586" y="4254"/>
                </a:lnTo>
                <a:lnTo>
                  <a:pt x="10586" y="1040"/>
                </a:lnTo>
                <a:cubicBezTo>
                  <a:pt x="10586" y="473"/>
                  <a:pt x="10114" y="1"/>
                  <a:pt x="951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0126;p64">
            <a:extLst>
              <a:ext uri="{FF2B5EF4-FFF2-40B4-BE49-F238E27FC236}">
                <a16:creationId xmlns:a16="http://schemas.microsoft.com/office/drawing/2014/main" id="{AFA3CDD5-C00A-CDA6-03C6-4BE3901C5032}"/>
              </a:ext>
            </a:extLst>
          </p:cNvPr>
          <p:cNvSpPr/>
          <p:nvPr/>
        </p:nvSpPr>
        <p:spPr>
          <a:xfrm>
            <a:off x="3042179" y="3012179"/>
            <a:ext cx="341506" cy="340204"/>
          </a:xfrm>
          <a:custGeom>
            <a:avLst/>
            <a:gdLst/>
            <a:ahLst/>
            <a:cxnLst/>
            <a:rect l="l" t="t" r="r" b="b"/>
            <a:pathLst>
              <a:path w="19401" h="19327" extrusionOk="0">
                <a:moveTo>
                  <a:pt x="14796" y="1700"/>
                </a:moveTo>
                <a:lnTo>
                  <a:pt x="17815" y="3965"/>
                </a:lnTo>
                <a:lnTo>
                  <a:pt x="14796" y="6229"/>
                </a:lnTo>
                <a:lnTo>
                  <a:pt x="14796" y="5097"/>
                </a:lnTo>
                <a:cubicBezTo>
                  <a:pt x="14796" y="4783"/>
                  <a:pt x="14542" y="4529"/>
                  <a:pt x="14231" y="4529"/>
                </a:cubicBezTo>
                <a:lnTo>
                  <a:pt x="10795" y="4529"/>
                </a:lnTo>
                <a:cubicBezTo>
                  <a:pt x="9807" y="4529"/>
                  <a:pt x="8893" y="5046"/>
                  <a:pt x="8379" y="5888"/>
                </a:cubicBezTo>
                <a:cubicBezTo>
                  <a:pt x="8177" y="5547"/>
                  <a:pt x="7932" y="5230"/>
                  <a:pt x="7658" y="4946"/>
                </a:cubicBezTo>
                <a:cubicBezTo>
                  <a:pt x="8409" y="3974"/>
                  <a:pt x="9566" y="3403"/>
                  <a:pt x="10795" y="3397"/>
                </a:cubicBezTo>
                <a:lnTo>
                  <a:pt x="14231" y="3397"/>
                </a:lnTo>
                <a:cubicBezTo>
                  <a:pt x="14542" y="3397"/>
                  <a:pt x="14796" y="3143"/>
                  <a:pt x="14796" y="2832"/>
                </a:cubicBezTo>
                <a:lnTo>
                  <a:pt x="14796" y="1700"/>
                </a:lnTo>
                <a:close/>
                <a:moveTo>
                  <a:pt x="5807" y="13011"/>
                </a:moveTo>
                <a:cubicBezTo>
                  <a:pt x="5888" y="13398"/>
                  <a:pt x="6015" y="13778"/>
                  <a:pt x="6184" y="14137"/>
                </a:cubicBezTo>
                <a:cubicBezTo>
                  <a:pt x="5538" y="14566"/>
                  <a:pt x="4777" y="14796"/>
                  <a:pt x="4001" y="14796"/>
                </a:cubicBezTo>
                <a:lnTo>
                  <a:pt x="1700" y="14796"/>
                </a:lnTo>
                <a:cubicBezTo>
                  <a:pt x="1386" y="14796"/>
                  <a:pt x="1133" y="14542"/>
                  <a:pt x="1133" y="14231"/>
                </a:cubicBezTo>
                <a:cubicBezTo>
                  <a:pt x="1133" y="13917"/>
                  <a:pt x="1386" y="13663"/>
                  <a:pt x="1700" y="13663"/>
                </a:cubicBezTo>
                <a:lnTo>
                  <a:pt x="4001" y="13663"/>
                </a:lnTo>
                <a:cubicBezTo>
                  <a:pt x="4662" y="13663"/>
                  <a:pt x="5299" y="13434"/>
                  <a:pt x="5807" y="13011"/>
                </a:cubicBezTo>
                <a:close/>
                <a:moveTo>
                  <a:pt x="4001" y="4529"/>
                </a:moveTo>
                <a:cubicBezTo>
                  <a:pt x="6190" y="4532"/>
                  <a:pt x="7963" y="6305"/>
                  <a:pt x="7966" y="8494"/>
                </a:cubicBezTo>
                <a:lnTo>
                  <a:pt x="7966" y="11966"/>
                </a:lnTo>
                <a:cubicBezTo>
                  <a:pt x="7966" y="13527"/>
                  <a:pt x="9231" y="14792"/>
                  <a:pt x="10795" y="14796"/>
                </a:cubicBezTo>
                <a:lnTo>
                  <a:pt x="14231" y="14796"/>
                </a:lnTo>
                <a:cubicBezTo>
                  <a:pt x="14542" y="14796"/>
                  <a:pt x="14796" y="14542"/>
                  <a:pt x="14796" y="14231"/>
                </a:cubicBezTo>
                <a:lnTo>
                  <a:pt x="14796" y="13099"/>
                </a:lnTo>
                <a:lnTo>
                  <a:pt x="17815" y="15363"/>
                </a:lnTo>
                <a:lnTo>
                  <a:pt x="14796" y="17628"/>
                </a:lnTo>
                <a:lnTo>
                  <a:pt x="14796" y="16495"/>
                </a:lnTo>
                <a:cubicBezTo>
                  <a:pt x="14796" y="16181"/>
                  <a:pt x="14542" y="15928"/>
                  <a:pt x="14231" y="15928"/>
                </a:cubicBezTo>
                <a:lnTo>
                  <a:pt x="10795" y="15928"/>
                </a:lnTo>
                <a:cubicBezTo>
                  <a:pt x="8606" y="15925"/>
                  <a:pt x="6833" y="14152"/>
                  <a:pt x="6833" y="11966"/>
                </a:cubicBezTo>
                <a:lnTo>
                  <a:pt x="6833" y="8494"/>
                </a:lnTo>
                <a:cubicBezTo>
                  <a:pt x="6830" y="6930"/>
                  <a:pt x="5565" y="5665"/>
                  <a:pt x="4001" y="5662"/>
                </a:cubicBezTo>
                <a:lnTo>
                  <a:pt x="1700" y="5662"/>
                </a:lnTo>
                <a:cubicBezTo>
                  <a:pt x="1386" y="5662"/>
                  <a:pt x="1133" y="5408"/>
                  <a:pt x="1133" y="5097"/>
                </a:cubicBezTo>
                <a:cubicBezTo>
                  <a:pt x="1133" y="4783"/>
                  <a:pt x="1386" y="4529"/>
                  <a:pt x="1700" y="4529"/>
                </a:cubicBezTo>
                <a:close/>
                <a:moveTo>
                  <a:pt x="14230" y="0"/>
                </a:moveTo>
                <a:cubicBezTo>
                  <a:pt x="13937" y="0"/>
                  <a:pt x="13663" y="232"/>
                  <a:pt x="13663" y="568"/>
                </a:cubicBezTo>
                <a:lnTo>
                  <a:pt x="13663" y="2265"/>
                </a:lnTo>
                <a:lnTo>
                  <a:pt x="10795" y="2265"/>
                </a:lnTo>
                <a:cubicBezTo>
                  <a:pt x="9228" y="2265"/>
                  <a:pt x="7745" y="2989"/>
                  <a:pt x="6782" y="4224"/>
                </a:cubicBezTo>
                <a:cubicBezTo>
                  <a:pt x="5955" y="3684"/>
                  <a:pt x="4988" y="3397"/>
                  <a:pt x="4001" y="3397"/>
                </a:cubicBezTo>
                <a:lnTo>
                  <a:pt x="1700" y="3397"/>
                </a:lnTo>
                <a:cubicBezTo>
                  <a:pt x="761" y="3397"/>
                  <a:pt x="0" y="4158"/>
                  <a:pt x="0" y="5097"/>
                </a:cubicBezTo>
                <a:cubicBezTo>
                  <a:pt x="0" y="6033"/>
                  <a:pt x="761" y="6794"/>
                  <a:pt x="1700" y="6794"/>
                </a:cubicBezTo>
                <a:lnTo>
                  <a:pt x="4001" y="6794"/>
                </a:lnTo>
                <a:cubicBezTo>
                  <a:pt x="4940" y="6794"/>
                  <a:pt x="5698" y="7555"/>
                  <a:pt x="5701" y="8494"/>
                </a:cubicBezTo>
                <a:lnTo>
                  <a:pt x="5701" y="10834"/>
                </a:lnTo>
                <a:cubicBezTo>
                  <a:pt x="5698" y="11770"/>
                  <a:pt x="4940" y="12531"/>
                  <a:pt x="4001" y="12531"/>
                </a:cubicBezTo>
                <a:lnTo>
                  <a:pt x="1700" y="12531"/>
                </a:lnTo>
                <a:cubicBezTo>
                  <a:pt x="761" y="12531"/>
                  <a:pt x="0" y="13292"/>
                  <a:pt x="0" y="14231"/>
                </a:cubicBezTo>
                <a:cubicBezTo>
                  <a:pt x="0" y="15167"/>
                  <a:pt x="761" y="15928"/>
                  <a:pt x="1700" y="15928"/>
                </a:cubicBezTo>
                <a:lnTo>
                  <a:pt x="4001" y="15928"/>
                </a:lnTo>
                <a:cubicBezTo>
                  <a:pt x="4988" y="15928"/>
                  <a:pt x="5955" y="15641"/>
                  <a:pt x="6782" y="15100"/>
                </a:cubicBezTo>
                <a:cubicBezTo>
                  <a:pt x="7745" y="16338"/>
                  <a:pt x="9228" y="17060"/>
                  <a:pt x="10795" y="17060"/>
                </a:cubicBezTo>
                <a:lnTo>
                  <a:pt x="13663" y="17060"/>
                </a:lnTo>
                <a:lnTo>
                  <a:pt x="13663" y="18760"/>
                </a:lnTo>
                <a:cubicBezTo>
                  <a:pt x="13663" y="19095"/>
                  <a:pt x="13938" y="19326"/>
                  <a:pt x="14232" y="19326"/>
                </a:cubicBezTo>
                <a:cubicBezTo>
                  <a:pt x="14347" y="19326"/>
                  <a:pt x="14464" y="19291"/>
                  <a:pt x="14569" y="19213"/>
                </a:cubicBezTo>
                <a:lnTo>
                  <a:pt x="19098" y="15816"/>
                </a:lnTo>
                <a:cubicBezTo>
                  <a:pt x="19400" y="15590"/>
                  <a:pt x="19400" y="15134"/>
                  <a:pt x="19098" y="14910"/>
                </a:cubicBezTo>
                <a:lnTo>
                  <a:pt x="14569" y="11513"/>
                </a:lnTo>
                <a:cubicBezTo>
                  <a:pt x="14464" y="11434"/>
                  <a:pt x="14345" y="11398"/>
                  <a:pt x="14230" y="11398"/>
                </a:cubicBezTo>
                <a:cubicBezTo>
                  <a:pt x="13937" y="11398"/>
                  <a:pt x="13663" y="11630"/>
                  <a:pt x="13663" y="11966"/>
                </a:cubicBezTo>
                <a:lnTo>
                  <a:pt x="13663" y="13663"/>
                </a:lnTo>
                <a:lnTo>
                  <a:pt x="10795" y="13663"/>
                </a:lnTo>
                <a:cubicBezTo>
                  <a:pt x="9856" y="13663"/>
                  <a:pt x="9098" y="12902"/>
                  <a:pt x="9098" y="11966"/>
                </a:cubicBezTo>
                <a:lnTo>
                  <a:pt x="9098" y="7362"/>
                </a:lnTo>
                <a:cubicBezTo>
                  <a:pt x="9098" y="6423"/>
                  <a:pt x="9856" y="5662"/>
                  <a:pt x="10795" y="5662"/>
                </a:cubicBezTo>
                <a:lnTo>
                  <a:pt x="13663" y="5662"/>
                </a:lnTo>
                <a:lnTo>
                  <a:pt x="13663" y="7362"/>
                </a:lnTo>
                <a:cubicBezTo>
                  <a:pt x="13663" y="7576"/>
                  <a:pt x="13784" y="7769"/>
                  <a:pt x="13977" y="7866"/>
                </a:cubicBezTo>
                <a:cubicBezTo>
                  <a:pt x="14057" y="7906"/>
                  <a:pt x="14144" y="7926"/>
                  <a:pt x="14230" y="7926"/>
                </a:cubicBezTo>
                <a:cubicBezTo>
                  <a:pt x="14350" y="7926"/>
                  <a:pt x="14469" y="7888"/>
                  <a:pt x="14569" y="7815"/>
                </a:cubicBezTo>
                <a:lnTo>
                  <a:pt x="19098" y="4418"/>
                </a:lnTo>
                <a:cubicBezTo>
                  <a:pt x="19400" y="4191"/>
                  <a:pt x="19400" y="3735"/>
                  <a:pt x="19098" y="3512"/>
                </a:cubicBezTo>
                <a:lnTo>
                  <a:pt x="14569" y="115"/>
                </a:lnTo>
                <a:cubicBezTo>
                  <a:pt x="14464" y="36"/>
                  <a:pt x="14345" y="0"/>
                  <a:pt x="14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626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BF42A05E-A1D7-6D91-0C9F-F907793F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1B47DBBB-3F3A-27A6-B679-2AEE87791F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Phần 1: </a:t>
            </a:r>
            <a:r>
              <a:rPr lang="vi-VN" dirty="0" err="1"/>
              <a:t>Pipeline</a:t>
            </a:r>
            <a:r>
              <a:rPr lang="vi-VN" dirty="0"/>
              <a:t> thử nghiệm</a:t>
            </a:r>
            <a:endParaRPr dirty="0"/>
          </a:p>
        </p:txBody>
      </p:sp>
      <p:pic>
        <p:nvPicPr>
          <p:cNvPr id="57" name="Picture 56" descr="A diagram of a company">
            <a:extLst>
              <a:ext uri="{FF2B5EF4-FFF2-40B4-BE49-F238E27FC236}">
                <a16:creationId xmlns:a16="http://schemas.microsoft.com/office/drawing/2014/main" id="{8FAC61BE-107F-AEE3-B253-E2625D2BA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969913"/>
            <a:ext cx="8424000" cy="211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9FD45D00-89B2-C5D9-D34B-531CF0CC5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597586AA-59FD-FA6F-EA64-512581C78A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52615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>
                <a:solidFill>
                  <a:srgbClr val="444242"/>
                </a:solidFill>
                <a:effectLst/>
                <a:latin typeface="Barlow" panose="00000500000000000000" pitchFamily="2" charset="0"/>
              </a:rPr>
              <a:t>Result</a:t>
            </a:r>
            <a:endParaRPr dirty="0"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31CAFC4D-3241-DB77-5D64-FB0A12283041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FB57F0D3-039D-ACA8-D786-9A47B84DE914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D04A0DE8-36AF-1E1C-F292-AA06F8A4D6CB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F3EA793F-86E4-A31B-0C9B-8C7C6CA38460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DD1D3FB8-7935-80F0-A9D2-02489A1D9B64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F68855B8-546E-A785-3743-907639939207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8CA382C7-6220-75C3-CCCE-C357AEEB8323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BB47D64C-ECBE-F71A-2975-66D81F273936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8D89C1E3-1F99-38FD-ABC0-43073C9BF2CC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F5A213A8-DC78-5285-5B27-EC5DDE379BDF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25A198FB-C147-AFA0-0032-61955CA03FB6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A7061A90-ADF6-E497-1F67-EF4B4897D4DD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F57951A6-1B26-C7E7-7598-69D373147E2B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49D15A78-DB5A-5E5A-8638-5DEEA7236CC2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542F6F23-F543-050F-C7DB-F77ACE3BA8AE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D1E8A9DB-8724-8FBC-FEB1-5E16398EA7CB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2D1F5A22-F7C4-33E4-9DEF-A9060DAB2715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D8FC1CC4-BAC8-35C4-090C-2228771ED122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89E6ED0E-DA50-7396-41AB-C67ECEA9D84E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C4A43011-E383-DB35-100D-3763285B8778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12E0615B-CFA5-7EBB-80D4-A9092C66B725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F37D462B-EB84-FAD4-46C7-3B245E6219EF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3149EDA4-7039-931A-4B89-DB099802EBB1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A350D2E2-FA22-B025-2E8A-2CA4D3ADA20D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1FA6368C-B488-BA6A-79AA-D409E6235C06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CCD6AF46-3F51-FAB0-6D31-307D34B1DEF5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B3C23FED-D112-8C11-FE3E-5F75DE64F640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5023D7C5-AF2D-3102-8EE4-68886E4B1DC2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0FD134A5-635F-A8BD-A6D5-023F084D97B6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DF7A735A-D474-56AD-EE40-2D0EFAF52DCE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B1889E7A-1EDE-078D-E324-EAF2B3F67727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B19D7A69-8B31-F330-2145-2F18FBE930DC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44F58271-4EDC-BFBE-46A8-B2EDB46F6182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3A58A62A-92E5-F373-02AF-0DEA26E5882C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4BE34F95-D129-24B6-DE72-AC3784F0A7FC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1CAA3BA5-A74A-6F30-2ED6-AD24510B0CD1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21FCEF81-4A90-F7C5-C9B2-A7449E9091C4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ACDD0EBB-EC93-EA26-FB1B-B5C967EBAC42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2CF1A539-4EFA-BDC5-C0F2-8294823042C8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FDB4D3D8-3FAB-E3B9-3D7F-8CCD5BADDCA6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263FFD2E-DA52-1454-95F7-5144950AFCA5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3C57FDAD-D80A-29CD-793B-B3B1404EA3C2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74B91B39-63FD-353E-ECC3-81A279311892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4892565D-3542-37C7-0720-75C941010D1F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CE2DF48A-E837-F18B-4DDF-F32E3DC4094F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6A8729C1-9383-5781-6756-01E1F98280D7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28AA5E92-F546-6D1D-BF2C-27CDE0FA4337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DCCA8FC2-71DA-5280-2D25-BC0ABB414FD5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71742C76-4563-61A8-B003-AF97245BD253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84D77684-43E6-7F11-DF33-02367B6BDC70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4E8A2BE8-B950-5B40-3193-44C63938424C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DF394A98-B075-8704-26F4-07DF9015E2CF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E66FC51B-6A32-62D7-D4BF-C4E07413B164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7B68E32C-16AF-E64C-A4D2-1D3275073563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F3AE2D2F-A840-5A8E-4508-CDAD114C63A7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8919F9E3-3CF4-B6CB-781D-A0436E9C4795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431B02B7-6466-9B79-0A57-6C6F44BCD3ED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1BD2A1F3-3D6A-8D38-AF79-99DE4C36DC36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66476A55-4C8B-4F1B-0152-BEFDF4E17820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55E67CA1-0F4E-A4C6-799E-77464A657246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B77CFCBF-0AAA-D89D-2920-173FD8F25F82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BC3AE157-1ED0-DA40-74CA-89C6D10CF08C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68130C10-FF4F-7C40-1F75-A809746011B2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D9D549E3-C9C5-07CA-794A-384BEC2A134C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6EA18AE6-A054-747C-4988-B1D680CE5D0F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5CB2BBC1-CC98-7270-1477-852095767149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EF81C471-61EC-7462-58AB-D0B24B7B4802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83D16FFC-B43F-B3FE-CAB6-CB396D62FD32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86B4B7FD-A0A5-7A21-E9A0-FF80BC6DF4E4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03BF30EC-A72E-663D-F0E0-4920558A7A33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E8A8BBF8-C665-AE93-3F0A-8AB2020EB509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CF8E3A82-B18D-62EE-D7DB-9914E99FCBAB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7887F99F-DDBC-71BA-430D-423D794D4884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BF06C76D-0945-DB2F-8BF1-1DA66AAE4225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CF0BB825-6A50-BBDB-C32A-3851B81EBC98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BBBFEC4C-6D40-6B6F-F1C4-E86BEE702758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38EBE109-A9B9-1E26-394C-030D2660DB6E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1925B43C-49BC-CB27-9084-CF6F0B1ACA5A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07ED6220-882A-30BE-95A2-FA0F6FD65C7A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B7288072-7F50-D0E2-A95F-199A2E73000B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E77A568D-EAFB-5BCB-5E50-5ABB6B0C270A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094722D2-359C-DB42-1CEB-ED04263581AA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1FC067F2-C9AA-2B39-764E-1A56ECA0855C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F5F5F7E6-B588-1752-E14F-9C46494F0598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B8075842-A55D-DA0E-F870-9F7B79ED8C71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A5C4D289-690C-241E-9E58-3146FC06AD6B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944DF910-68AD-DCAD-30B3-C5ACCE474EA6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16393EF3-5A96-6591-CB2F-66713691EC77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710152BD-EB6F-1610-E09E-E719C5C64CDA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482BD96A-9A35-E342-677E-64C127F8A0F4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A35FB07A-C1D6-8E28-E76F-0C3BDD3EA1A3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5A649631-613B-3D75-5753-FB13D76C182C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741CF2D5-4F27-AA38-C92E-90F98146BF6F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8D7D310D-2976-59F7-12C2-1294D7BFD1AC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302B0163-7ED3-A2F6-4E6F-41D86504493F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09840126-A2A4-98C6-BAB2-E0A7D8FE5EF0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78166336-3BF7-72A2-D582-69FFFEBE9C1D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56AD82BD-75CF-808E-10EE-FBD70C158F60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B9C9AA93-DE3E-575D-15B7-4BAC4686C4BF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F5456C1E-524B-05DB-2FDA-D1922F8F0870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FB4098E2-561D-1807-B804-1342A21EB5C9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60B8A869-C982-633B-D53B-030A707DF29E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076AAB6F-AC3D-D05E-0FEC-241469783817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1828BBBF-D758-906C-1213-EFC84323E963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D48E8E0F-2455-CF67-B227-89E5F69EB324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DCF5E6B1-45C9-B44E-9B7D-55F523A1D7F5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A54F3025-6218-BABF-AA84-4C2611FD2A99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15B6BD5-1209-8443-2D22-ADFC9813CB54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  <p:pic>
        <p:nvPicPr>
          <p:cNvPr id="4" name="Picture 3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3558BF22-F1A2-EAED-0DA2-4A257CBE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38" y="1049601"/>
            <a:ext cx="6483649" cy="355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10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11E9B631-82E4-D436-9F12-86779F156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1B223736-7FEC-505F-DFDB-6F34D9B06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dirty="0"/>
              <a:t>Phần 2: </a:t>
            </a:r>
            <a:r>
              <a:rPr lang="vi-VN" dirty="0" err="1"/>
              <a:t>TimeSeries</a:t>
            </a:r>
            <a:r>
              <a:rPr lang="vi-VN" dirty="0"/>
              <a:t> Model</a:t>
            </a:r>
            <a:endParaRPr dirty="0"/>
          </a:p>
        </p:txBody>
      </p:sp>
      <p:pic>
        <p:nvPicPr>
          <p:cNvPr id="3" name="Picture 2" descr="A red and purple square with black text&#10;&#10;AI-generated content may be incorrect.">
            <a:extLst>
              <a:ext uri="{FF2B5EF4-FFF2-40B4-BE49-F238E27FC236}">
                <a16:creationId xmlns:a16="http://schemas.microsoft.com/office/drawing/2014/main" id="{026B8391-06D2-F72D-BD9E-1E8B6EA78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4243"/>
            <a:ext cx="9056218" cy="2002201"/>
          </a:xfrm>
          <a:prstGeom prst="rect">
            <a:avLst/>
          </a:prstGeom>
        </p:spPr>
      </p:pic>
      <p:sp>
        <p:nvSpPr>
          <p:cNvPr id="4" name="Google Shape;1758;p36">
            <a:extLst>
              <a:ext uri="{FF2B5EF4-FFF2-40B4-BE49-F238E27FC236}">
                <a16:creationId xmlns:a16="http://schemas.microsoft.com/office/drawing/2014/main" id="{CED8B472-982F-20EA-C3F0-3721806F4A9A}"/>
              </a:ext>
            </a:extLst>
          </p:cNvPr>
          <p:cNvSpPr txBox="1">
            <a:spLocks/>
          </p:cNvSpPr>
          <p:nvPr/>
        </p:nvSpPr>
        <p:spPr>
          <a:xfrm>
            <a:off x="2981890" y="3660262"/>
            <a:ext cx="3092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vi-VN"/>
              <a:t>OLS + </a:t>
            </a:r>
            <a:r>
              <a:rPr lang="vi-VN" dirty="0" err="1"/>
              <a:t>ElasticNet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982337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334BF09B-5DBC-F787-A8A9-6C0D31A2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87DB770D-69A8-BE3E-83D5-D9E715AC7B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dirty="0"/>
              <a:t>Phần 2: </a:t>
            </a:r>
            <a:r>
              <a:rPr lang="vi-VN" dirty="0" err="1"/>
              <a:t>TimeSeries</a:t>
            </a:r>
            <a:r>
              <a:rPr lang="vi-VN" dirty="0"/>
              <a:t> Model</a:t>
            </a:r>
            <a:endParaRPr dirty="0"/>
          </a:p>
        </p:txBody>
      </p:sp>
      <p:sp>
        <p:nvSpPr>
          <p:cNvPr id="4" name="Google Shape;1758;p36">
            <a:extLst>
              <a:ext uri="{FF2B5EF4-FFF2-40B4-BE49-F238E27FC236}">
                <a16:creationId xmlns:a16="http://schemas.microsoft.com/office/drawing/2014/main" id="{FEE1FD86-E3B4-D2E3-5FAA-947E20C078DB}"/>
              </a:ext>
            </a:extLst>
          </p:cNvPr>
          <p:cNvSpPr txBox="1">
            <a:spLocks/>
          </p:cNvSpPr>
          <p:nvPr/>
        </p:nvSpPr>
        <p:spPr>
          <a:xfrm>
            <a:off x="2763790" y="4262135"/>
            <a:ext cx="341159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vi-VN" dirty="0" err="1"/>
              <a:t>Rolling</a:t>
            </a:r>
            <a:r>
              <a:rPr lang="vi-VN" dirty="0"/>
              <a:t> </a:t>
            </a:r>
            <a:r>
              <a:rPr lang="vi-VN" dirty="0" err="1"/>
              <a:t>ElasticNet</a:t>
            </a:r>
            <a:endParaRPr lang="vi-VN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0880DD08-6B58-7D5B-4F6B-8D7F0B7AF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05" y="1185713"/>
            <a:ext cx="5866790" cy="30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21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6E3FDA39-9B2A-ACE6-B781-7124F151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6B4FE3D5-82A3-6733-9498-AF3608FB1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52615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>
                <a:solidFill>
                  <a:srgbClr val="444242"/>
                </a:solidFill>
                <a:effectLst/>
                <a:latin typeface="Barlow" panose="00000500000000000000" pitchFamily="2" charset="0"/>
              </a:rPr>
              <a:t>Result</a:t>
            </a:r>
            <a:endParaRPr dirty="0"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3C9D298D-A25E-2E0F-D1EF-231FB9FA74B3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3F14FC74-2E92-2057-BF1E-66264FB20975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4C78C7AA-3714-90B0-687E-7ACBDC5BC089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9127ADB3-1E9C-80B8-AEE7-C245EECCE2BF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5E70BAF1-017D-E88D-B51C-4A301DD0278E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B6E94CE6-22AE-17CF-3754-2F58F2202FAF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2532E7A1-D19F-81BB-9219-A98CDF1E6558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650735A5-E8AE-03AE-4A5A-B17FEFAAA9E4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C7F528B6-4591-2FBA-1F5A-9F58C46EF1C9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CCFB5749-5D32-12C7-D4D6-F94AAEE0144B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705BC5C2-339A-64CD-F9E2-5CBF611D4B25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1851098C-A9F5-3B26-E69F-EA8691BDEB53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D6BC234C-2EC3-8F22-A84A-26BDB7230990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EFFFEDE1-1457-E734-CCA3-3041788F178A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DF55C4F5-9B26-4433-DE78-26F2AF63D8EC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6081EFB2-652B-63BD-ED88-7E1A20FAB2FA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ACB16B49-A7BC-5A2E-4F09-A07820A57CCF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DE0B2838-7426-6959-955A-BADC8E7CB59D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E1E8A289-AF55-28AA-B9EE-E3797E931111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3746383E-E262-385F-B07C-46AE5E6A034E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619F08A7-76C2-9B01-E6E1-738B8242C73E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F2F830FB-2595-DF46-725A-0D8765D343E9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D236F844-4D9F-B1B7-B8B0-D853799BBB02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34F7856C-3772-7C48-AF90-0AC935A66322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98BB0AED-18E7-51F2-AF11-BC57186A50F8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CC6EB077-76C9-6578-582B-469FCBA0F99F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51ECB492-B698-A3D6-CC4B-C24BF3213FEA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259F360B-FAFC-4738-2044-3E02DDA4F4DB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14A33550-3436-D687-A621-E6E742A781C5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771E62FF-CBE5-F75C-C103-BC28F62BA37F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734E44CD-624F-4E8B-83D2-EA30AE1C0C38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F68F4DC8-DE56-9EE9-6133-51BCC9635514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8B6FE6AE-7EDD-C7C8-E3E8-B44943A0E96A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375DF70F-6BC1-EB95-BF48-C82E2C483573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BC558D34-9BE5-0058-23F7-6EBF4EC6EAEC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6FB2A1C6-E4DE-F58B-6354-DB1CA85C0C94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98BC48BB-8697-3A0A-F482-59A663B24A0B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14E622C6-6E9D-EA70-6737-C6B6B2CDAB81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467FC8C5-9BA0-905B-42D9-29852D24884B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3DF35CE5-69A7-EAC0-9A66-B3D3DFCF86E5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0677DBCB-BD00-1E47-9690-3465428D0FED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EA527E95-E248-0EA1-BCAF-E775CF98FA4D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0594754D-0A6A-B7D3-2C31-F8087F39609D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A414E736-D113-9E14-8FBB-89A526CA96CC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4E027146-9478-2713-9404-5EE044E71096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52CF77D4-BE38-BBD6-AD99-C37DB3A47CC7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733695B9-BD3E-8C3A-0CDC-8C72B412DB88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C8307987-513E-425F-3DE7-2FA3CFD2DA09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C4AD2F5C-0C02-87A4-788F-0815B35CCC5E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8CE3975A-CCF1-380C-0B6D-4159B526004D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6FCC2F79-2A91-B1EE-E4F5-AAC57D330FD3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1270CC41-6302-3518-B47E-C55C5E66074A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44735789-7B39-9682-9B0A-90C85AD1D6B3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5F923ED6-AF3F-50AF-36A2-B7E2BF68ACC9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148BD2CB-51F1-53B7-01A4-94367FCC6FC9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09D9730C-EDA3-7193-C419-562AB05BDBD1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3F12C8C6-A825-0676-3337-2101F7AAC62E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E5A6DDBA-C0E8-0CCB-B0E1-D02D021760DE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0E9B6CFF-82C2-CF7C-3568-42F354BFC672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0C0EDF6E-3B4B-0FA7-9D4D-C14DD48581A8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F2F3CE24-F1CE-20A5-FB1E-AF5860D0D39B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3BB57754-7CE5-50BB-0728-236E77A2C705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70F297B5-356B-D953-42CB-EA7908D1E8F6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68997D0F-829F-1A9B-5CF8-904C4DF850E1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E3A504A3-75E8-932F-288F-7295202366DB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885804C5-0FF9-C957-20B4-A0D1FD448E4B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C2346FE6-6222-30FB-91AE-7449F15B85F9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4C9A4DAC-C899-33AA-5E83-D0A7D2C450E1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DEFCCA64-D4AF-7683-60E7-F9F19D6143F8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87EFDAD8-D442-35C4-92A0-DD2B37EB4593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8A9A6113-47DD-6384-B8CE-1C4C2DA76253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CA078D3D-A2D0-32FF-27A9-1CEC23FDD5B4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7C5F6A59-F2CD-7492-62EB-D69CD56AC7A0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CCC42710-CABF-8CB0-1DF6-2443FC87213F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A039C402-EF2B-B915-EFCA-40974C8BA82F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14C8C78C-DA3F-736C-7494-BAC2EF149C8B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AD8131FE-7598-FA26-FD23-B49FFD843D6D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AC52908F-F5A8-962C-2714-0C912260B1A6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B7A74763-1A02-F4DE-FB50-5A5C358FBB21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A4486A31-DCBF-60F8-F862-A619490D80EF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FEEC29D7-8634-52AD-FA8F-A9CD4D45743F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9956B139-649D-D883-8EB4-606E976D9B97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B912170C-F25A-963F-4225-BE5BBF98F5E7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86937AD0-9FE6-F9EB-787C-BE0B98D86106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DBBC1A9E-2BE5-ADE9-D280-7BF1424BC3C9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71F2C0B9-8750-B33C-69CA-D77A1626EAA2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07AB8B78-D354-EB16-BBBD-73DDFEC74D8F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8A28BDD7-FB3E-2BED-6578-0BDE5014A0BC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52B492FF-F9B7-32BF-D3F1-4E2224B1F021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B7619382-C1A6-C1B2-5079-F9B06F949F8B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860B1508-4D1A-45C5-ECCE-BA69DA76975B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3A8D3E0C-D9DE-53CF-2422-B956544696ED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A5627D58-D7A3-B990-1FD5-F023DC2D306A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7EDE183A-F95E-EBCC-5CBD-0ECAAC7B46DB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56CF9A5C-839D-AEED-75E4-07D35D67583A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5484AF68-6084-57BD-5BCD-0C49A1A24B3A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425DC0E7-930D-E865-41E3-196BE3EDA982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D5C7A694-461E-1E28-7117-99B9AD616B55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80E1928E-FBF6-FA44-FF82-B7FD6CBF49A1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1990B53E-CDB4-B33C-2D48-A37CBEE259D4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431C0EBA-E833-7490-D8EB-2208C3E6F222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2FA5E1C0-BE68-8231-F574-E3B8B6D01764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9A334786-F256-DB26-A108-BE443343DBD5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2834E89F-277F-027A-4286-28A7826891B5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291C8B57-8810-D834-2DF8-335409B51694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D1DEEAE9-8EAD-2FD9-009D-2D344AF3699D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0100D023-E247-21BE-F80F-63207E06270C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B2E679-B5BB-BB0E-2816-305AA553DF68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E0AE9AC9-94AD-9C44-7645-5E24EF15E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37" y="1576803"/>
            <a:ext cx="8430725" cy="21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51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1329FDE3-48CF-633B-1B72-3996F857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744D7AB9-FA8D-A8E6-8425-D0E2315F92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dirty="0"/>
              <a:t>Phần 3: Phân tích bộ dữ liệu</a:t>
            </a:r>
            <a:endParaRPr dirty="0"/>
          </a:p>
        </p:txBody>
      </p:sp>
      <p:pic>
        <p:nvPicPr>
          <p:cNvPr id="5" name="Picture 4" descr="A person standing at a podium holding a sign&#10;&#10;AI-generated content may be incorrect.">
            <a:extLst>
              <a:ext uri="{FF2B5EF4-FFF2-40B4-BE49-F238E27FC236}">
                <a16:creationId xmlns:a16="http://schemas.microsoft.com/office/drawing/2014/main" id="{4EF5E2C6-7146-7B6D-177D-4086CC052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136968"/>
            <a:ext cx="3633717" cy="3891027"/>
          </a:xfrm>
          <a:prstGeom prst="rect">
            <a:avLst/>
          </a:prstGeom>
        </p:spPr>
      </p:pic>
      <p:pic>
        <p:nvPicPr>
          <p:cNvPr id="9" name="Picture 8" descr="A graph with blue lines">
            <a:extLst>
              <a:ext uri="{FF2B5EF4-FFF2-40B4-BE49-F238E27FC236}">
                <a16:creationId xmlns:a16="http://schemas.microsoft.com/office/drawing/2014/main" id="{415D7E60-57F8-3EEB-7192-DC98FADE4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52270"/>
            <a:ext cx="4572000" cy="1694256"/>
          </a:xfrm>
          <a:prstGeom prst="rect">
            <a:avLst/>
          </a:prstGeom>
        </p:spPr>
      </p:pic>
      <p:pic>
        <p:nvPicPr>
          <p:cNvPr id="11" name="Picture 10" descr="A graph with red lines and blue lines&#10;&#10;AI-generated content may be incorrect.">
            <a:extLst>
              <a:ext uri="{FF2B5EF4-FFF2-40B4-BE49-F238E27FC236}">
                <a16:creationId xmlns:a16="http://schemas.microsoft.com/office/drawing/2014/main" id="{98643094-43B8-203D-1C8D-B7ABC4F7F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102431"/>
            <a:ext cx="4389120" cy="15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96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CDEA99B8-9BE6-222E-F660-6775247FF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04218DC1-21B6-42AE-9C77-9FE02E097B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dirty="0"/>
              <a:t>Phần 3: Phân tích bộ dữ liệu</a:t>
            </a:r>
            <a:endParaRPr dirty="0"/>
          </a:p>
        </p:txBody>
      </p:sp>
      <p:pic>
        <p:nvPicPr>
          <p:cNvPr id="3" name="Picture 2" descr="A graph showing a line going up&#10;&#10;AI-generated content may be incorrect.">
            <a:extLst>
              <a:ext uri="{FF2B5EF4-FFF2-40B4-BE49-F238E27FC236}">
                <a16:creationId xmlns:a16="http://schemas.microsoft.com/office/drawing/2014/main" id="{75CE9274-72A1-D46F-FC87-0B6D32EB2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423" y="1184531"/>
            <a:ext cx="5993153" cy="371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59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FB3CC201-5714-C2F4-3C1C-CE326960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8C7B40D0-9B2F-883E-E4CE-287BC6061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dirty="0"/>
              <a:t>Phần 3: Tìm ra hướng đi tốt nhất</a:t>
            </a:r>
            <a:endParaRPr dirty="0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8DE3F44C-9167-2BFF-8180-EFBBDF473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22" y="1742173"/>
            <a:ext cx="7018356" cy="2706046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C9DA1289-FCB9-B522-4532-BA56D8F90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405" y="1124747"/>
            <a:ext cx="3750352" cy="83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49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0EBC480C-8602-4246-9995-9479639E8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4BF13DD6-D377-EE2E-FFAB-FD3C47E61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dirty="0"/>
              <a:t>Phần 3: Tìm ra hướng đi tốt nhất</a:t>
            </a:r>
            <a:endParaRPr dirty="0"/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675584E-3327-0C17-6302-CDA61FB4E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921" y="1139308"/>
            <a:ext cx="6752157" cy="380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9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AD897002-71C1-DBBE-47A1-44EBE79D5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BA1FFCDB-64F9-CED2-A3FD-2D64B77FB9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dirty="0"/>
              <a:t>Phần 3:Optuna + </a:t>
            </a:r>
            <a:r>
              <a:rPr lang="vi-VN" dirty="0" err="1"/>
              <a:t>PatchTST</a:t>
            </a:r>
            <a:endParaRPr dirty="0"/>
          </a:p>
        </p:txBody>
      </p:sp>
      <p:pic>
        <p:nvPicPr>
          <p:cNvPr id="3" name="Picture 2" descr="A diagram of a model&#10;&#10;AI-generated content may be incorrect.">
            <a:extLst>
              <a:ext uri="{FF2B5EF4-FFF2-40B4-BE49-F238E27FC236}">
                <a16:creationId xmlns:a16="http://schemas.microsoft.com/office/drawing/2014/main" id="{D1890433-96ED-E414-C181-2BA06CC8B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30" y="1108105"/>
            <a:ext cx="7180446" cy="394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33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8DEC5711-DEE9-92F0-A757-7A304DF2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08F09529-32BC-2C5C-9D71-D84053178E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52615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>
                <a:solidFill>
                  <a:srgbClr val="444242"/>
                </a:solidFill>
                <a:effectLst/>
                <a:latin typeface="Barlow" panose="00000500000000000000" pitchFamily="2" charset="0"/>
              </a:rPr>
              <a:t>Result</a:t>
            </a:r>
            <a:endParaRPr dirty="0"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9D957745-9937-1C66-F16C-C4B49FC4AD90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B9F0AC98-8B6D-45CC-96F3-34DF270ECE96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18D24751-265B-98EE-35FB-D0435DF3AAE7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E262D8D0-E521-FBB9-91AF-E80A872F3A69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0E85F1D5-6D62-CD1C-8C52-5427F25CCDCE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0EE952C5-1F34-2F04-C2CC-95267CFE3CD9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96CAE990-498D-67BA-3EEA-E2108FE7852F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FEB84695-D1A8-FF77-93A2-401D315A385B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A7B5B948-ACC6-B8A3-2780-69A56843C5F7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7AD1B307-127C-E2B2-C101-CC58002DB5C0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63CD65CF-015B-78BF-1301-9CECB9665384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C7035C6A-3E70-9C71-BC2C-0260B3D8F5E2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91A8206F-BA0C-7F44-B6EA-62CD7C937FF8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07F8D5FF-94A3-668B-4C2F-A46784ECFED3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B60B18D0-3358-62B6-8471-D6EC94F4516F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E288FF20-E86F-D441-8E10-25A077F3C824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D352B3EF-27EC-D976-5EDE-56FD0B909EF5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B8314100-0F1C-B5BC-44E0-9C9637C18701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DBD65D0F-ABF8-6455-E3C9-30B4C6ABA699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5A394A7D-CFAA-3FA8-D4EF-DCE07D97AFD8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D4005198-02F5-62FA-FAB3-58DA08230EE6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F664E8CE-C482-57A2-FF5F-79AF9DC820E9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640D19C6-A73C-7D8A-2D7F-3176A6795E5A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E0C6CDC9-6406-FEA2-491B-FB58C206B823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DDFAC389-AB6D-8F63-F19B-CDBB3A862920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72538A21-EA1D-4AA2-6019-C917B2B8AAE6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ADFF85C4-0B39-FCAB-55DE-F18D0915BD67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C4AF3827-72CA-7D14-9AF4-3EDEEBDC817A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A194F0BD-992F-480A-8A16-E92A08A241A5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7C7C3989-7C1C-2B81-5D0B-A736264C119F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67F2B740-2411-BB2D-96FA-6E6865BEDA91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6957A0FD-07F1-C783-9527-1599D53FA8AB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10E0E2B2-7C9D-5DBA-9D2B-BDA4260DBAA0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488B8ECB-B890-0638-5A59-90A84CD49317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A58D2F0C-218F-B41A-A64F-B7F0F65D151D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AE4AE404-EB9E-80AA-3B9A-8C7B95660585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4219DA51-0732-E308-DE5B-BF532E207151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17779B87-BEDA-D5EA-4BEC-45E0A96A938B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53E537DC-6D84-2330-B4FD-75D0CDF7ACDB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9EDFDE88-39EE-0B9E-7E78-D1BB91A41ABE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2E90BE25-6471-EDB0-6E9A-7AD01E35D825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6E09FA89-EBE8-CE05-3B68-1F7183C70A2B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AB174921-A675-0C46-BE0E-F5D7EA32E07A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FD50FF22-5A4B-3BCD-B9A0-9446CF6FB5FB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8ABA9786-452B-839E-7FEC-ECD8BA758686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537888E2-710D-3D74-7378-201C5933B4A7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FF806A3C-B636-5F3A-0314-1CF00955196D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37EDBDE7-A020-0480-F322-E302E0A8A9A4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09642644-9BB7-862F-7889-B08FAB2211D3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6BBCE9FE-E9B4-FA70-BA6A-BCAEC4CB89A6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AF08F941-490B-F6CC-45B4-6E09606DC212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D25BE055-1D0C-FE9C-6AE6-76DCB0B86B7C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FC7FD6C1-E65F-4891-B902-9F9A87BC67B2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D00DA08B-7443-1C89-05A8-F58CCCDFEC64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44C9DF83-65DD-A21E-A676-53B96FA701AC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29E894CD-8F9A-BE9D-44B0-D2895B375B8B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C86D8EC8-9820-D09D-3F38-ACDA6990089B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2A76E6B4-30C1-52AC-4450-40D193E70F01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80F9CA03-FD9F-4313-D860-FAA48A7D219D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D2EF6F9E-4ADA-8674-F1C9-B166002B4E7B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E5F2BD84-CF72-1B3B-8DD2-A0951B4A0499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2CF3057F-BC2A-109D-979A-1882F699CA52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DAC7A72A-140D-2B3C-7CD4-84A2DB90ADEE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97E07DA9-BB94-1F62-3623-DFEEE7B22F7D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3E5E7AD4-086A-111B-23BB-AA116F90CA45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36CFBB87-F351-C540-C71A-5B504DD552DA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8861B6FD-6BDC-F902-591D-C11CDC7FAC99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10EC244D-B213-5B27-A7CC-C7AEBCEC6B8A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BD11F7BD-4C2F-22A8-520F-C4A5AB28BF06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0276B97E-AC3C-3597-19BF-32901FFA4E1A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A3BC752A-669D-D6AF-2C89-59E134812710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C66BAFE1-4D4B-1CC9-C42D-11D6FCA67EBF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A8664D81-72A6-AAF5-7FE2-1A42F388980B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89958FAF-3A2E-2120-51C4-A02009C70AD4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1797A920-80D5-FA6F-5052-85D545250FFE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DC74BAD9-3668-E327-B910-95372F6576DA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0747273B-85F5-34E9-EDA1-693E5D960160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861E1E92-ECD8-E14D-C37C-864F05CCCA87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88B15BA8-FE61-C3BA-47AE-A2754DA0E9CB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B7DD0D80-1F21-584A-F48B-60360EAE8D64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609B613D-0DA6-293B-D431-B77FDA9638E4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D3F1F395-1D2D-F24D-AB8F-733A1864B916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E9F9D954-7933-1425-2025-CAD496784388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AB0F1F81-79AE-607B-A077-D54AF0CBBDA5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6D8343F2-A3B0-DC11-3DC5-6CAD08922741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A16B9A99-FBA1-07F8-06C5-884DD018646A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1180B483-FA84-4F63-74E6-AA8290F0432C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2BE52F10-F416-CB33-4004-6392537B1C2A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F9FB8CF0-77BA-C345-CA81-EDAF491A5CD7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70DF9503-5845-9286-ABDF-3F9EEA65DC6C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967D548F-D009-DDE0-EA09-966D34108C5A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179D104F-AE62-2658-B9A1-BA8F78070B07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1F86EA6B-66C2-FB2A-79DC-DA6009D48A48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3990DB1B-9949-39D9-F35A-171308FE05D2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DF84413A-AD87-E100-325C-958294B0439C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E489502A-4BF9-23B0-0B1A-96062586EAAF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F03469A9-8E8A-CD0A-E417-A4493463C14E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F21D2CB7-18B7-D56B-4F6D-C10A2BA89FC9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1FCD6615-45CB-91C9-FCDB-C38F50E47508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CDB8E3F7-0CFA-552E-3AB6-CB245586F39E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203D6CE1-1E1D-B07D-6003-EEA0D795CBFD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15BBA8BA-62A9-C623-78FE-69F67571F4EB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C363601A-499E-E091-98FB-72117A5FE125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91C0813D-5439-C16C-47CD-678BE54E2DB3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F1214F09-2011-17AC-A2D7-8149EBDA3310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14C39F79-6AB5-1BF9-829C-5DB3F31FC145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C00CF648-6125-A35C-CE58-9966C4E49930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605E74F-4B8D-8544-B117-8FE05B927238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  <p:pic>
        <p:nvPicPr>
          <p:cNvPr id="5" name="Picture 4" descr="A graph with lines and a line in the middle&#10;&#10;AI-generated content may be incorrect.">
            <a:extLst>
              <a:ext uri="{FF2B5EF4-FFF2-40B4-BE49-F238E27FC236}">
                <a16:creationId xmlns:a16="http://schemas.microsoft.com/office/drawing/2014/main" id="{4E148722-BECA-A89F-3240-CAF62894E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39" y="1304065"/>
            <a:ext cx="8123722" cy="284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00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>
          <a:extLst>
            <a:ext uri="{FF2B5EF4-FFF2-40B4-BE49-F238E27FC236}">
              <a16:creationId xmlns:a16="http://schemas.microsoft.com/office/drawing/2014/main" id="{29CE9C5F-2246-AA3D-73EE-09166636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47">
            <a:extLst>
              <a:ext uri="{FF2B5EF4-FFF2-40B4-BE49-F238E27FC236}">
                <a16:creationId xmlns:a16="http://schemas.microsoft.com/office/drawing/2014/main" id="{BDB14BB4-34F7-05EC-520B-F1382B871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34521" y="908583"/>
            <a:ext cx="3726676" cy="7395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/>
              <a:t>Kết quả Thực nghiệm</a:t>
            </a:r>
            <a:br>
              <a:rPr lang="en-GB"/>
            </a:br>
            <a:endParaRPr lang="en-GB"/>
          </a:p>
        </p:txBody>
      </p:sp>
      <p:sp>
        <p:nvSpPr>
          <p:cNvPr id="1994" name="Google Shape;1994;p47">
            <a:extLst>
              <a:ext uri="{FF2B5EF4-FFF2-40B4-BE49-F238E27FC236}">
                <a16:creationId xmlns:a16="http://schemas.microsoft.com/office/drawing/2014/main" id="{BCF7B0A3-F249-3C34-918F-A5EE87C143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34521" y="1559252"/>
            <a:ext cx="3091676" cy="2742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b="1"/>
              <a:t>PatchTST + </a:t>
            </a:r>
            <a:r>
              <a:rPr lang="en-US" b="1"/>
              <a:t>Post-Processing + </a:t>
            </a:r>
            <a:r>
              <a:rPr lang="vi-VN" b="1"/>
              <a:t>Smooth 20% </a:t>
            </a:r>
            <a:r>
              <a:rPr lang="vi-VN"/>
              <a:t>cho kết quả tốt nhất, vượt trội rõ rệt so với mọi mô hình khác</a:t>
            </a:r>
            <a:r>
              <a:rPr lang="en-US"/>
              <a:t> do cải thiện đúng vào điểm khó của bài toán tuy không ổn định.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b="1"/>
              <a:t>Linear models (NLinear, DLinear, Elastic Net…) </a:t>
            </a:r>
            <a:r>
              <a:rPr lang="en-US"/>
              <a:t>cũng đạt hiệu suất tốt khi hậu xử lý dữ liệu</a:t>
            </a:r>
            <a:r>
              <a:rPr lang="vi-VN"/>
              <a:t>; NLinear + Lasso là ổn nhất trong nhóm tuyến tính.</a:t>
            </a:r>
            <a:endParaRPr lang="en-US"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/>
              <a:t>Rolling Elastic Net </a:t>
            </a:r>
            <a:r>
              <a:rPr lang="en-US"/>
              <a:t>cho kết quả rất tốt là 52.93. Do học được Xu hướng Down-trend từ dữ liệu gần nhất.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A550B-DE6E-6CA9-1CE3-A1E5F9DC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803" y="1308085"/>
            <a:ext cx="4264175" cy="252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28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6D438-4DFC-9761-3585-2ADD0BA1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7899" y="1024502"/>
            <a:ext cx="3660651" cy="633300"/>
          </a:xfrm>
        </p:spPr>
        <p:txBody>
          <a:bodyPr/>
          <a:lstStyle/>
          <a:p>
            <a:r>
              <a:rPr lang="vi-VN" dirty="0"/>
              <a:t>Phần 4: </a:t>
            </a:r>
            <a:r>
              <a:rPr lang="en-GB" dirty="0" err="1"/>
              <a:t>Streamlit</a:t>
            </a:r>
            <a:r>
              <a:rPr lang="en-GB" dirty="0"/>
              <a:t> 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E0BEC-4ECE-17B5-FFBB-A60A8C120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8198" y="1713450"/>
            <a:ext cx="3660651" cy="2274350"/>
          </a:xfrm>
        </p:spPr>
        <p:txBody>
          <a:bodyPr/>
          <a:lstStyle/>
          <a:p>
            <a:pPr marL="152400" indent="0" algn="just"/>
            <a:r>
              <a:rPr lang="vi-VN" b="1"/>
              <a:t>Tổng quan về Hệ thống UI</a:t>
            </a:r>
            <a:endParaRPr lang="en-US" b="1"/>
          </a:p>
          <a:p>
            <a:pPr marL="152400" indent="0" algn="just"/>
            <a:r>
              <a:rPr lang="vi-VN"/>
              <a:t>Hệ thống UI được thiết kế với hai chế độ hoạt động chính: Realtime API và Upload CSV → API.</a:t>
            </a:r>
            <a:endParaRPr lang="en-US"/>
          </a:p>
          <a:p>
            <a:pPr marL="344488" indent="-192088" algn="just">
              <a:buFont typeface="Arial" panose="020B0604020202020204" pitchFamily="34" charset="0"/>
              <a:buChar char="•"/>
            </a:pPr>
            <a:r>
              <a:rPr lang="vi-VN"/>
              <a:t>Chế độ Realtime API cho phép người dùng lấy dữ liệu mới nhất từ internet (thông qua vnstock) và tự động dự đoán giá cổ phiếu FPT</a:t>
            </a:r>
            <a:endParaRPr lang="en-US"/>
          </a:p>
          <a:p>
            <a:pPr marL="344488" indent="-192088" algn="just">
              <a:buFont typeface="Arial" panose="020B0604020202020204" pitchFamily="34" charset="0"/>
              <a:buChar char="•"/>
            </a:pPr>
            <a:r>
              <a:rPr lang="vi-VN"/>
              <a:t>Chế độ Upload CSV → API cho phép người dùng tải lên file CSV chứa dữ liệu lịch sử OHLCV (Open, High, Low, Close, Volume) và dự đoán dựa trên dữ liệu này</a:t>
            </a:r>
            <a:endParaRPr lang="vi-V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602A83C-E0A3-C29C-EA27-8FEA96595FC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203" b="203"/>
          <a:stretch/>
        </p:blipFill>
        <p:spPr>
          <a:xfrm>
            <a:off x="563556" y="1538705"/>
            <a:ext cx="4354642" cy="2066089"/>
          </a:xfrm>
        </p:spPr>
      </p:pic>
    </p:spTree>
    <p:extLst>
      <p:ext uri="{BB962C8B-B14F-4D97-AF65-F5344CB8AC3E}">
        <p14:creationId xmlns:p14="http://schemas.microsoft.com/office/powerpoint/2010/main" val="1263587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E08E0712-A38E-6F59-3AAB-58D2FB18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4340D571-C4CC-DB7C-35CC-3A2A40775A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2154600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44242"/>
                </a:solidFill>
                <a:latin typeface="Barlow" panose="00000500000000000000" pitchFamily="2" charset="0"/>
              </a:rPr>
              <a:t>LIVE DEMO APP</a:t>
            </a:r>
            <a:endParaRPr dirty="0"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6082ABE5-4946-77AA-3516-15E14F8EB5AA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1E87CE3C-4FA4-E518-E7F0-45967827F4E3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24376B3E-BF19-0910-1783-4C40CBB1DF84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E2A4392A-9E74-DCFD-A774-CD0CAB1EFC8A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76536286-0363-8932-74FD-E4257990DC31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FBC3905F-D009-7817-4806-8DE710EF7A78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041028A2-29B4-4920-0FB9-1D4F50803118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E2F547EF-9BC7-4615-9817-F403FE811BD8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373752FF-89AE-07FF-3715-092DDC5B93C4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CAC62B54-869A-9D58-8E30-3816DECCC3B6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0B6EDEFE-EABA-CC28-860D-03FFD0599DEB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12E41D80-06D1-D3DC-1CE4-66048BDFCD38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A0D1A2CB-59F5-7D42-DF83-FA8E38B2B02E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8F8ED7F2-5432-33B5-AC35-A3F0613AAD34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820F76A3-AD12-4564-1EF9-5C37B088EDBC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CA6B3609-19D9-E47E-4EF3-95770F967370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4295B2AE-A3A7-10E0-B6AF-E4F5BA16C714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59EB055D-A8E0-02A5-DF8B-AFFF60CE9110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0FE5567D-C85A-CD82-49C3-F64CD797ABCE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01E93C31-B7CF-39B2-D8FD-B323C1E3A5A1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ED6D340C-3966-5427-45FD-81A27E5B6ABF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9A18B9B1-DC00-885F-535A-28785C465EC8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9093D1C3-E0C1-8CC7-77D1-9494DB9C7F28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F66984C9-4913-4111-AD78-D244B8071418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6C625072-BFAB-E450-1BF2-C95FF2F04D67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CDE1D7AC-7141-96DC-51F5-7DA52F18DDAD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B6AD1B5B-3F8B-7AE5-9081-F19FC513B1F7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46492080-3692-2D50-A5FD-F0A535B8AB40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7B01C5CC-078E-191D-37F3-7E08FE741732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D4F11824-93A4-A47E-0319-F4BBD1A84296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F617918D-19FF-A229-F15D-610C5A01C5A6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B27AAA13-FEAE-6FA3-2111-C52A60D2F93C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7E2B0F58-4575-E0AB-A060-3D199CFD914C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E9062A98-76AD-75A0-4222-DA2F00524C0C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4AE6CAC3-2FFB-D442-68DA-A1171653C93B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27A914C7-DF59-35C9-958B-6151778AEC59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655CF131-93EB-7C5A-EAFA-78FBC2EE5C71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040DF05A-8853-35F0-7BDC-612D94AD453A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58434C18-CC2E-4F0B-E7B6-484AA9FCB174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714B2DC5-D468-0131-6FCF-21B48BCB0F3A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F4F6A29E-9CA5-D17E-E9FA-C2FF5FB95DFA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C36F2428-5F56-AE71-72A1-01F1A358FC34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571BBC06-52DA-E370-2015-772B925A94BC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DE4D76A1-58B2-D33B-4CFA-CC42B04A623E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3D639D57-1D2D-50D8-5629-3BF794658054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C7C64E29-77F4-4894-3029-50D9B93D5307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15A40D51-F636-B7CE-C430-15DA21A68E1C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1EFED95A-6BA7-3580-DAD9-E04474B98386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92D3D3BE-6403-6399-600B-A1A4B7040ACA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BE5A78B8-2881-3CED-A75A-575972DC1BD2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6BF71A67-D9BD-76DE-262B-3F02A000CB88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C9412734-F36A-79C9-107F-818332B78C7D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326F5CB4-6B28-F562-6753-0C670B6ABFC3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C6BD39B6-612B-DEE4-E548-A8E6331B0F04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610DDCF2-592D-93E5-BC26-6964412FD174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EE63B293-A284-4763-5A40-D7BC5AEFBBAE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366E91ED-64D6-52B5-3506-B098BA3DB4CA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C1296DFB-9D60-A80D-284A-841856ED3346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0AA704FE-5DF4-D086-6978-A9D194906593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FA32981D-2429-F2C9-0627-039921B91CDA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B3C22FC8-B5A0-8012-96D5-D354EBDC069B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8D9F61E9-B869-C8F8-33C6-3144DB0B40EE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037801FA-C08F-4119-5220-84F46C779CDE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29DA72D9-2390-EEC4-4DF8-57822B96E7A5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9C35A74B-1862-125E-7462-4C33055E4710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A194D921-74AA-CA96-CF30-B4D17003A32A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EDB20944-C900-7008-9CE6-B25D2B94C886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306EE6B4-9F84-36FF-3F21-528335A77DF7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8999C03B-90C2-A729-3337-AEC1EF2B8ACE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B7DDBEEE-7004-4829-664A-6986C27A09BD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C5F3454F-402D-8256-8714-969815D88702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653D30F3-444A-593E-FDD4-40B46FDE5D2A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D44AF4F6-E59E-57EE-0E1D-40A4C07CD9D4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675E9CBE-493B-58CD-2694-E02E03BF73BA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058F9EA6-2B47-3A2E-06D5-D1D8308A7769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0871E820-5290-82CC-76EE-12B24CF586D5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88D41D1B-DE13-251A-C470-05E08DAC7611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8AFCC2EA-BB07-E949-499B-5809D7435B2C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B68A2252-21A1-2853-163A-79845B466A6F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B5523BAC-5A21-9420-5F8D-3C0BC5EE2EB5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D9D0AA79-CAC0-3F64-C34E-E8DC8D241A60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43C3D802-6C71-C9F8-C2BB-7E0DEC25DE3C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8FD55C32-1378-1206-B9FD-BFD91F6E90FB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CAC1DE26-15E9-AAA6-E23F-8FDFAACE95F4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F66EDC31-BA23-F2FC-4BA3-0EBBFCF542F0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70C9570B-3963-545D-D978-50F625BC43A8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09885FC0-99F8-2676-83E0-4BBA0E0FE057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0557CE0F-51D8-CF03-8696-B0B8883EC22E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EDB6BECE-A065-3ECD-1B6C-6DE80F551D3C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ADD033BC-CCF0-2D10-08AB-C79F5B7C1084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21D5A0B9-01AD-D3C3-C35F-679BBF12399A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5A70DDB6-9C82-E140-427C-EE665150A800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4AC2C8F3-1377-5E11-8B61-A79A0945C13B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1AB0BE3E-196B-99E4-DDCE-CE556B89E055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33F55761-806E-C770-2DF8-8FED97C53B5D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3943812B-EB16-70EC-1D58-09654E6EC324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661B46AF-5C4B-AE57-EF62-95D5424826E6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A7A5DD52-EC0A-BE73-6025-77FF2CAC178B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C9372BA0-8C96-9920-9B50-FAFEB74809AF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7AEB5EE0-3583-4644-53DB-ABC3D4C33DA4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2C2150D6-0A26-A2C3-5A25-5970347D1542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85D61CEE-855E-0536-4092-4CFCAFA69C31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38210580-971C-20F5-DDA2-F10B3A3D7AA6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8EC25ACE-9A29-60B4-8A0A-05335B9D3C75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BB5E5EB0-EE25-9ECC-50BA-59A67152EA1F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4715F63D-4DFB-5357-1BF5-031BD97AFD5C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82E73BD8-89D3-C165-57CF-973FB3832C90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75250A-3B14-C288-D3B2-FB08915865B4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3463120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AB28B757-FCDD-8F60-4B4F-48605CC4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576F3B76-DEDA-26C4-D87D-216217E71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 nâng cấp</a:t>
            </a:r>
            <a:endParaRPr/>
          </a:p>
        </p:txBody>
      </p:sp>
      <p:sp>
        <p:nvSpPr>
          <p:cNvPr id="1822" name="Google Shape;1822;p39">
            <a:extLst>
              <a:ext uri="{FF2B5EF4-FFF2-40B4-BE49-F238E27FC236}">
                <a16:creationId xmlns:a16="http://schemas.microsoft.com/office/drawing/2014/main" id="{405AC365-3B58-6EAA-02C9-69B853BC68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08456" y="2160048"/>
            <a:ext cx="2374500" cy="5619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Nhiều Model đã được thử nghiệm: </a:t>
            </a:r>
            <a:r>
              <a:rPr lang="en-GB"/>
              <a:t>PatchTST, TimesNet, Dlinear, Nlinear, NBEATS, NHITS.</a:t>
            </a:r>
            <a:endParaRPr lang="en-US" dirty="0"/>
          </a:p>
        </p:txBody>
      </p:sp>
      <p:sp>
        <p:nvSpPr>
          <p:cNvPr id="1823" name="Google Shape;1823;p39">
            <a:extLst>
              <a:ext uri="{FF2B5EF4-FFF2-40B4-BE49-F238E27FC236}">
                <a16:creationId xmlns:a16="http://schemas.microsoft.com/office/drawing/2014/main" id="{09CEDB67-45F7-80EA-63FD-3FEA829AA6C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73255" y="2160048"/>
            <a:ext cx="2374500" cy="509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Kết quả tốt MSE = 52.93 do học được xu hướng ngắn hạn</a:t>
            </a:r>
            <a:r>
              <a:rPr lang="vi-VN"/>
              <a:t>.</a:t>
            </a:r>
            <a:endParaRPr lang="en-GB" dirty="0"/>
          </a:p>
        </p:txBody>
      </p:sp>
      <p:sp>
        <p:nvSpPr>
          <p:cNvPr id="1824" name="Google Shape;1824;p39">
            <a:extLst>
              <a:ext uri="{FF2B5EF4-FFF2-40B4-BE49-F238E27FC236}">
                <a16:creationId xmlns:a16="http://schemas.microsoft.com/office/drawing/2014/main" id="{B64602EA-5BE0-17D2-2770-A1E52C455DF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113458" y="3880343"/>
            <a:ext cx="2374500" cy="700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Đạt kết quả tốt nhất 15.26 do áp dụng kết hợp được việc học các Patten dài hạn và việc xử lý vấn đề biến động của thị trường</a:t>
            </a:r>
            <a:endParaRPr dirty="0"/>
          </a:p>
        </p:txBody>
      </p:sp>
      <p:sp>
        <p:nvSpPr>
          <p:cNvPr id="1825" name="Google Shape;1825;p39">
            <a:extLst>
              <a:ext uri="{FF2B5EF4-FFF2-40B4-BE49-F238E27FC236}">
                <a16:creationId xmlns:a16="http://schemas.microsoft.com/office/drawing/2014/main" id="{FB0E2777-DBA8-E689-F9BA-D3F051ECC13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759490" y="3616747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vi-VN" dirty="0"/>
              <a:t>Giao diện </a:t>
            </a:r>
            <a:r>
              <a:rPr lang="vi-VN" dirty="0" err="1"/>
              <a:t>web</a:t>
            </a:r>
            <a:r>
              <a:rPr lang="vi-VN" dirty="0"/>
              <a:t> tương tác trực quan.</a:t>
            </a:r>
            <a:endParaRPr lang="en-GB" dirty="0"/>
          </a:p>
        </p:txBody>
      </p:sp>
      <p:sp>
        <p:nvSpPr>
          <p:cNvPr id="1826" name="Google Shape;1826;p39">
            <a:extLst>
              <a:ext uri="{FF2B5EF4-FFF2-40B4-BE49-F238E27FC236}">
                <a16:creationId xmlns:a16="http://schemas.microsoft.com/office/drawing/2014/main" id="{5EB30BFF-1709-2C22-4B98-A0446ACAC9CC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20000" y="1812310"/>
            <a:ext cx="2542579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Model</a:t>
            </a:r>
            <a:endParaRPr dirty="0"/>
          </a:p>
        </p:txBody>
      </p:sp>
      <p:sp>
        <p:nvSpPr>
          <p:cNvPr id="1827" name="Google Shape;1827;p39">
            <a:extLst>
              <a:ext uri="{FF2B5EF4-FFF2-40B4-BE49-F238E27FC236}">
                <a16:creationId xmlns:a16="http://schemas.microsoft.com/office/drawing/2014/main" id="{5030E68B-67DE-DDE1-6954-745F4F1D1CA4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367530" y="1844898"/>
            <a:ext cx="2583733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Rolling Elastic Net</a:t>
            </a:r>
            <a:endParaRPr dirty="0"/>
          </a:p>
        </p:txBody>
      </p:sp>
      <p:sp>
        <p:nvSpPr>
          <p:cNvPr id="1828" name="Google Shape;1828;p39">
            <a:extLst>
              <a:ext uri="{FF2B5EF4-FFF2-40B4-BE49-F238E27FC236}">
                <a16:creationId xmlns:a16="http://schemas.microsoft.com/office/drawing/2014/main" id="{27F62DD6-2943-E51B-FCFC-2D5341864FD6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169155" y="2160048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Nlinear</a:t>
            </a:r>
            <a:r>
              <a:rPr lang="en-US" dirty="0"/>
              <a:t> + Post-Processing</a:t>
            </a:r>
            <a:endParaRPr dirty="0"/>
          </a:p>
        </p:txBody>
      </p:sp>
      <p:sp>
        <p:nvSpPr>
          <p:cNvPr id="1829" name="Google Shape;1829;p39">
            <a:extLst>
              <a:ext uri="{FF2B5EF4-FFF2-40B4-BE49-F238E27FC236}">
                <a16:creationId xmlns:a16="http://schemas.microsoft.com/office/drawing/2014/main" id="{9C038C25-7C92-6D19-9A18-9B33CAD148E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106953" y="2422242"/>
            <a:ext cx="2434002" cy="599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68275" indent="-15875"/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 </a:t>
            </a:r>
            <a:r>
              <a:rPr lang="en-GB" dirty="0" err="1"/>
              <a:t>ổn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98.52 do </a:t>
            </a:r>
            <a:r>
              <a:rPr lang="en-GB" dirty="0" err="1"/>
              <a:t>học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xu </a:t>
            </a:r>
            <a:r>
              <a:rPr lang="en-GB" dirty="0" err="1"/>
              <a:t>hướng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hiệu</a:t>
            </a:r>
            <a:r>
              <a:rPr lang="en-GB" dirty="0"/>
              <a:t> </a:t>
            </a:r>
            <a:r>
              <a:rPr lang="en-GB" dirty="0" err="1"/>
              <a:t>chỉnh</a:t>
            </a:r>
            <a:r>
              <a:rPr lang="en-GB" dirty="0"/>
              <a:t> </a:t>
            </a:r>
            <a:r>
              <a:rPr lang="en-GB" dirty="0" err="1"/>
              <a:t>độ</a:t>
            </a:r>
            <a:r>
              <a:rPr lang="en-GB" dirty="0"/>
              <a:t> </a:t>
            </a:r>
            <a:r>
              <a:rPr lang="en-GB" dirty="0" err="1"/>
              <a:t>lệch</a:t>
            </a:r>
            <a:endParaRPr lang="en-GB" dirty="0"/>
          </a:p>
        </p:txBody>
      </p:sp>
      <p:sp>
        <p:nvSpPr>
          <p:cNvPr id="1831" name="Google Shape;1831;p39">
            <a:extLst>
              <a:ext uri="{FF2B5EF4-FFF2-40B4-BE49-F238E27FC236}">
                <a16:creationId xmlns:a16="http://schemas.microsoft.com/office/drawing/2014/main" id="{4BFEF474-F02C-B1F2-0D86-6A66CF060D3E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2029419" y="3572686"/>
            <a:ext cx="2542579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PatchTST</a:t>
            </a:r>
            <a:r>
              <a:rPr lang="en-US" dirty="0"/>
              <a:t> + Post-Processing</a:t>
            </a:r>
            <a:endParaRPr dirty="0"/>
          </a:p>
        </p:txBody>
      </p:sp>
      <p:sp>
        <p:nvSpPr>
          <p:cNvPr id="1832" name="Google Shape;1832;p39">
            <a:extLst>
              <a:ext uri="{FF2B5EF4-FFF2-40B4-BE49-F238E27FC236}">
                <a16:creationId xmlns:a16="http://schemas.microsoft.com/office/drawing/2014/main" id="{4A9CE2E2-02D9-371D-03E4-8BBD59207EFC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4760837" y="3298375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vi-VN" dirty="0" err="1"/>
              <a:t>Streamlit</a:t>
            </a:r>
            <a:r>
              <a:rPr lang="vi-VN" dirty="0"/>
              <a:t> UI</a:t>
            </a:r>
            <a:endParaRPr lang="en-GB" dirty="0"/>
          </a:p>
        </p:txBody>
      </p:sp>
      <p:grpSp>
        <p:nvGrpSpPr>
          <p:cNvPr id="14" name="Google Shape;11539;p68">
            <a:extLst>
              <a:ext uri="{FF2B5EF4-FFF2-40B4-BE49-F238E27FC236}">
                <a16:creationId xmlns:a16="http://schemas.microsoft.com/office/drawing/2014/main" id="{AB2206E7-D353-8B7E-45FF-32A9C0E842CA}"/>
              </a:ext>
            </a:extLst>
          </p:cNvPr>
          <p:cNvGrpSpPr/>
          <p:nvPr/>
        </p:nvGrpSpPr>
        <p:grpSpPr>
          <a:xfrm>
            <a:off x="5831554" y="2849374"/>
            <a:ext cx="230365" cy="359124"/>
            <a:chOff x="-47842400" y="2342000"/>
            <a:chExt cx="193000" cy="300875"/>
          </a:xfrm>
          <a:solidFill>
            <a:schemeClr val="bg1"/>
          </a:solidFill>
        </p:grpSpPr>
        <p:sp>
          <p:nvSpPr>
            <p:cNvPr id="15" name="Google Shape;11540;p68">
              <a:extLst>
                <a:ext uri="{FF2B5EF4-FFF2-40B4-BE49-F238E27FC236}">
                  <a16:creationId xmlns:a16="http://schemas.microsoft.com/office/drawing/2014/main" id="{7DFA8F1F-6207-13F2-A060-C22F8EEF3E73}"/>
                </a:ext>
              </a:extLst>
            </p:cNvPr>
            <p:cNvSpPr/>
            <p:nvPr/>
          </p:nvSpPr>
          <p:spPr>
            <a:xfrm>
              <a:off x="-47809325" y="2412875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1828" y="725"/>
                  </a:moveTo>
                  <a:cubicBezTo>
                    <a:pt x="2301" y="725"/>
                    <a:pt x="2679" y="1009"/>
                    <a:pt x="2805" y="1418"/>
                  </a:cubicBezTo>
                  <a:lnTo>
                    <a:pt x="1828" y="1418"/>
                  </a:lnTo>
                  <a:cubicBezTo>
                    <a:pt x="1639" y="1418"/>
                    <a:pt x="1482" y="1576"/>
                    <a:pt x="1482" y="1796"/>
                  </a:cubicBezTo>
                  <a:lnTo>
                    <a:pt x="1482" y="2773"/>
                  </a:lnTo>
                  <a:cubicBezTo>
                    <a:pt x="1072" y="2647"/>
                    <a:pt x="757" y="2269"/>
                    <a:pt x="757" y="1796"/>
                  </a:cubicBezTo>
                  <a:cubicBezTo>
                    <a:pt x="757" y="1198"/>
                    <a:pt x="1230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86" y="2111"/>
                  </a:moveTo>
                  <a:lnTo>
                    <a:pt x="4286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9"/>
                    <a:pt x="3372" y="2804"/>
                    <a:pt x="3529" y="2111"/>
                  </a:cubicBezTo>
                  <a:close/>
                  <a:moveTo>
                    <a:pt x="1797" y="1"/>
                  </a:moveTo>
                  <a:cubicBezTo>
                    <a:pt x="789" y="1"/>
                    <a:pt x="1" y="788"/>
                    <a:pt x="1" y="1796"/>
                  </a:cubicBezTo>
                  <a:cubicBezTo>
                    <a:pt x="1" y="2647"/>
                    <a:pt x="599" y="3372"/>
                    <a:pt x="1450" y="3529"/>
                  </a:cubicBezTo>
                  <a:lnTo>
                    <a:pt x="1450" y="4632"/>
                  </a:lnTo>
                  <a:cubicBezTo>
                    <a:pt x="1450" y="4821"/>
                    <a:pt x="1576" y="4978"/>
                    <a:pt x="1797" y="4978"/>
                  </a:cubicBezTo>
                  <a:lnTo>
                    <a:pt x="4601" y="4978"/>
                  </a:lnTo>
                  <a:cubicBezTo>
                    <a:pt x="4790" y="4978"/>
                    <a:pt x="4947" y="4821"/>
                    <a:pt x="4947" y="4632"/>
                  </a:cubicBezTo>
                  <a:lnTo>
                    <a:pt x="4947" y="1828"/>
                  </a:lnTo>
                  <a:cubicBezTo>
                    <a:pt x="4979" y="1576"/>
                    <a:pt x="4821" y="1418"/>
                    <a:pt x="4632" y="1418"/>
                  </a:cubicBezTo>
                  <a:lnTo>
                    <a:pt x="3529" y="1418"/>
                  </a:lnTo>
                  <a:cubicBezTo>
                    <a:pt x="3372" y="631"/>
                    <a:pt x="2647" y="1"/>
                    <a:pt x="17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541;p68">
              <a:extLst>
                <a:ext uri="{FF2B5EF4-FFF2-40B4-BE49-F238E27FC236}">
                  <a16:creationId xmlns:a16="http://schemas.microsoft.com/office/drawing/2014/main" id="{E0DAAD85-AD01-100B-527A-3AD4F66F028C}"/>
                </a:ext>
              </a:extLst>
            </p:cNvPr>
            <p:cNvSpPr/>
            <p:nvPr/>
          </p:nvSpPr>
          <p:spPr>
            <a:xfrm>
              <a:off x="-47842400" y="2342000"/>
              <a:ext cx="193000" cy="300875"/>
            </a:xfrm>
            <a:custGeom>
              <a:avLst/>
              <a:gdLst/>
              <a:ahLst/>
              <a:cxnLst/>
              <a:rect l="l" t="t" r="r" b="b"/>
              <a:pathLst>
                <a:path w="7720" h="12035" extrusionOk="0">
                  <a:moveTo>
                    <a:pt x="6995" y="725"/>
                  </a:moveTo>
                  <a:lnTo>
                    <a:pt x="6995" y="1418"/>
                  </a:lnTo>
                  <a:lnTo>
                    <a:pt x="662" y="1418"/>
                  </a:lnTo>
                  <a:lnTo>
                    <a:pt x="662" y="725"/>
                  </a:lnTo>
                  <a:close/>
                  <a:moveTo>
                    <a:pt x="7058" y="2142"/>
                  </a:moveTo>
                  <a:lnTo>
                    <a:pt x="7058" y="8506"/>
                  </a:lnTo>
                  <a:lnTo>
                    <a:pt x="694" y="8506"/>
                  </a:lnTo>
                  <a:lnTo>
                    <a:pt x="694" y="2142"/>
                  </a:lnTo>
                  <a:close/>
                  <a:moveTo>
                    <a:pt x="7058" y="9200"/>
                  </a:moveTo>
                  <a:lnTo>
                    <a:pt x="7058" y="11310"/>
                  </a:lnTo>
                  <a:lnTo>
                    <a:pt x="694" y="11310"/>
                  </a:lnTo>
                  <a:lnTo>
                    <a:pt x="694" y="9200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47" y="12035"/>
                  </a:cubicBezTo>
                  <a:lnTo>
                    <a:pt x="7373" y="12035"/>
                  </a:lnTo>
                  <a:cubicBezTo>
                    <a:pt x="7562" y="12035"/>
                    <a:pt x="7719" y="11877"/>
                    <a:pt x="7719" y="11657"/>
                  </a:cubicBezTo>
                  <a:lnTo>
                    <a:pt x="7719" y="378"/>
                  </a:lnTo>
                  <a:cubicBezTo>
                    <a:pt x="7719" y="158"/>
                    <a:pt x="7562" y="0"/>
                    <a:pt x="73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542;p68">
              <a:extLst>
                <a:ext uri="{FF2B5EF4-FFF2-40B4-BE49-F238E27FC236}">
                  <a16:creationId xmlns:a16="http://schemas.microsoft.com/office/drawing/2014/main" id="{A33D460F-1050-BD8F-DABE-63EBDFFDE9A3}"/>
                </a:ext>
              </a:extLst>
            </p:cNvPr>
            <p:cNvSpPr/>
            <p:nvPr/>
          </p:nvSpPr>
          <p:spPr>
            <a:xfrm>
              <a:off x="-47772300" y="2589300"/>
              <a:ext cx="52800" cy="18150"/>
            </a:xfrm>
            <a:custGeom>
              <a:avLst/>
              <a:gdLst/>
              <a:ahLst/>
              <a:cxnLst/>
              <a:rect l="l" t="t" r="r" b="b"/>
              <a:pathLst>
                <a:path w="2112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8"/>
                    <a:pt x="2111" y="347"/>
                  </a:cubicBez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1528;p68">
            <a:extLst>
              <a:ext uri="{FF2B5EF4-FFF2-40B4-BE49-F238E27FC236}">
                <a16:creationId xmlns:a16="http://schemas.microsoft.com/office/drawing/2014/main" id="{4A5D4A4D-4640-0187-4D9F-4A5D0DEF07E9}"/>
              </a:ext>
            </a:extLst>
          </p:cNvPr>
          <p:cNvSpPr/>
          <p:nvPr/>
        </p:nvSpPr>
        <p:spPr>
          <a:xfrm>
            <a:off x="1812652" y="1406064"/>
            <a:ext cx="357274" cy="356797"/>
          </a:xfrm>
          <a:custGeom>
            <a:avLst/>
            <a:gdLst/>
            <a:ahLst/>
            <a:cxnLst/>
            <a:rect l="l" t="t" r="r" b="b"/>
            <a:pathLst>
              <a:path w="11973" h="11957" extrusionOk="0">
                <a:moveTo>
                  <a:pt x="5986" y="748"/>
                </a:moveTo>
                <a:lnTo>
                  <a:pt x="8003" y="1756"/>
                </a:lnTo>
                <a:lnTo>
                  <a:pt x="5986" y="2796"/>
                </a:lnTo>
                <a:lnTo>
                  <a:pt x="4002" y="1756"/>
                </a:lnTo>
                <a:lnTo>
                  <a:pt x="5986" y="748"/>
                </a:lnTo>
                <a:close/>
                <a:moveTo>
                  <a:pt x="3561" y="2324"/>
                </a:moveTo>
                <a:lnTo>
                  <a:pt x="5671" y="3395"/>
                </a:lnTo>
                <a:lnTo>
                  <a:pt x="5671" y="6136"/>
                </a:lnTo>
                <a:lnTo>
                  <a:pt x="3561" y="5064"/>
                </a:lnTo>
                <a:lnTo>
                  <a:pt x="3561" y="2324"/>
                </a:lnTo>
                <a:close/>
                <a:moveTo>
                  <a:pt x="8475" y="2324"/>
                </a:moveTo>
                <a:lnTo>
                  <a:pt x="8475" y="5064"/>
                </a:lnTo>
                <a:lnTo>
                  <a:pt x="6364" y="6136"/>
                </a:lnTo>
                <a:lnTo>
                  <a:pt x="6364" y="3395"/>
                </a:lnTo>
                <a:lnTo>
                  <a:pt x="8475" y="2324"/>
                </a:lnTo>
                <a:close/>
                <a:moveTo>
                  <a:pt x="3214" y="5663"/>
                </a:moveTo>
                <a:lnTo>
                  <a:pt x="5230" y="6703"/>
                </a:lnTo>
                <a:lnTo>
                  <a:pt x="3214" y="7711"/>
                </a:lnTo>
                <a:lnTo>
                  <a:pt x="1166" y="6703"/>
                </a:lnTo>
                <a:lnTo>
                  <a:pt x="3214" y="5663"/>
                </a:lnTo>
                <a:close/>
                <a:moveTo>
                  <a:pt x="8822" y="5663"/>
                </a:moveTo>
                <a:lnTo>
                  <a:pt x="10870" y="6703"/>
                </a:lnTo>
                <a:lnTo>
                  <a:pt x="8822" y="7711"/>
                </a:lnTo>
                <a:lnTo>
                  <a:pt x="6837" y="6703"/>
                </a:lnTo>
                <a:lnTo>
                  <a:pt x="8822" y="5663"/>
                </a:lnTo>
                <a:close/>
                <a:moveTo>
                  <a:pt x="5671" y="7238"/>
                </a:moveTo>
                <a:lnTo>
                  <a:pt x="5671" y="9948"/>
                </a:lnTo>
                <a:lnTo>
                  <a:pt x="3561" y="11019"/>
                </a:lnTo>
                <a:lnTo>
                  <a:pt x="3561" y="8309"/>
                </a:lnTo>
                <a:lnTo>
                  <a:pt x="5671" y="7238"/>
                </a:lnTo>
                <a:close/>
                <a:moveTo>
                  <a:pt x="11311" y="7238"/>
                </a:moveTo>
                <a:lnTo>
                  <a:pt x="11311" y="10011"/>
                </a:lnTo>
                <a:lnTo>
                  <a:pt x="9200" y="11050"/>
                </a:lnTo>
                <a:lnTo>
                  <a:pt x="9200" y="8309"/>
                </a:lnTo>
                <a:lnTo>
                  <a:pt x="11311" y="7238"/>
                </a:lnTo>
                <a:close/>
                <a:moveTo>
                  <a:pt x="725" y="7270"/>
                </a:moveTo>
                <a:lnTo>
                  <a:pt x="2836" y="8341"/>
                </a:lnTo>
                <a:lnTo>
                  <a:pt x="2836" y="11082"/>
                </a:lnTo>
                <a:lnTo>
                  <a:pt x="725" y="10042"/>
                </a:lnTo>
                <a:lnTo>
                  <a:pt x="725" y="7270"/>
                </a:lnTo>
                <a:close/>
                <a:moveTo>
                  <a:pt x="6364" y="7270"/>
                </a:moveTo>
                <a:lnTo>
                  <a:pt x="8475" y="8341"/>
                </a:lnTo>
                <a:lnTo>
                  <a:pt x="8475" y="11082"/>
                </a:lnTo>
                <a:lnTo>
                  <a:pt x="6364" y="10042"/>
                </a:lnTo>
                <a:lnTo>
                  <a:pt x="6364" y="7270"/>
                </a:lnTo>
                <a:close/>
                <a:moveTo>
                  <a:pt x="5998" y="0"/>
                </a:moveTo>
                <a:cubicBezTo>
                  <a:pt x="5947" y="0"/>
                  <a:pt x="5892" y="8"/>
                  <a:pt x="5829" y="24"/>
                </a:cubicBezTo>
                <a:lnTo>
                  <a:pt x="3056" y="1441"/>
                </a:lnTo>
                <a:cubicBezTo>
                  <a:pt x="2930" y="1536"/>
                  <a:pt x="2836" y="1662"/>
                  <a:pt x="2836" y="1756"/>
                </a:cubicBezTo>
                <a:lnTo>
                  <a:pt x="2836" y="5064"/>
                </a:lnTo>
                <a:lnTo>
                  <a:pt x="221" y="6388"/>
                </a:lnTo>
                <a:cubicBezTo>
                  <a:pt x="95" y="6451"/>
                  <a:pt x="0" y="6577"/>
                  <a:pt x="0" y="6703"/>
                </a:cubicBezTo>
                <a:lnTo>
                  <a:pt x="0" y="10200"/>
                </a:lnTo>
                <a:cubicBezTo>
                  <a:pt x="0" y="10326"/>
                  <a:pt x="95" y="10420"/>
                  <a:pt x="221" y="10515"/>
                </a:cubicBezTo>
                <a:lnTo>
                  <a:pt x="3056" y="11933"/>
                </a:lnTo>
                <a:cubicBezTo>
                  <a:pt x="3088" y="11948"/>
                  <a:pt x="3135" y="11956"/>
                  <a:pt x="3190" y="11956"/>
                </a:cubicBezTo>
                <a:cubicBezTo>
                  <a:pt x="3245" y="11956"/>
                  <a:pt x="3308" y="11948"/>
                  <a:pt x="3371" y="11933"/>
                </a:cubicBezTo>
                <a:lnTo>
                  <a:pt x="5986" y="10578"/>
                </a:lnTo>
                <a:lnTo>
                  <a:pt x="8633" y="11933"/>
                </a:lnTo>
                <a:cubicBezTo>
                  <a:pt x="8680" y="11948"/>
                  <a:pt x="8727" y="11956"/>
                  <a:pt x="8779" y="11956"/>
                </a:cubicBezTo>
                <a:cubicBezTo>
                  <a:pt x="8830" y="11956"/>
                  <a:pt x="8885" y="11948"/>
                  <a:pt x="8948" y="11933"/>
                </a:cubicBezTo>
                <a:lnTo>
                  <a:pt x="11783" y="10515"/>
                </a:lnTo>
                <a:cubicBezTo>
                  <a:pt x="11909" y="10420"/>
                  <a:pt x="11972" y="10326"/>
                  <a:pt x="11972" y="10200"/>
                </a:cubicBezTo>
                <a:lnTo>
                  <a:pt x="11972" y="6703"/>
                </a:lnTo>
                <a:cubicBezTo>
                  <a:pt x="11972" y="6577"/>
                  <a:pt x="11941" y="6451"/>
                  <a:pt x="11783" y="6388"/>
                </a:cubicBezTo>
                <a:lnTo>
                  <a:pt x="9137" y="5064"/>
                </a:lnTo>
                <a:lnTo>
                  <a:pt x="9137" y="1756"/>
                </a:lnTo>
                <a:cubicBezTo>
                  <a:pt x="9137" y="1662"/>
                  <a:pt x="9074" y="1536"/>
                  <a:pt x="8948" y="1441"/>
                </a:cubicBezTo>
                <a:lnTo>
                  <a:pt x="6144" y="24"/>
                </a:lnTo>
                <a:cubicBezTo>
                  <a:pt x="6097" y="8"/>
                  <a:pt x="6049" y="0"/>
                  <a:pt x="59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11771;p68">
            <a:extLst>
              <a:ext uri="{FF2B5EF4-FFF2-40B4-BE49-F238E27FC236}">
                <a16:creationId xmlns:a16="http://schemas.microsoft.com/office/drawing/2014/main" id="{5DC00455-8236-A7C5-09E0-25A355A75E90}"/>
              </a:ext>
            </a:extLst>
          </p:cNvPr>
          <p:cNvGrpSpPr/>
          <p:nvPr/>
        </p:nvGrpSpPr>
        <p:grpSpPr>
          <a:xfrm>
            <a:off x="4488606" y="1415177"/>
            <a:ext cx="341579" cy="319511"/>
            <a:chOff x="-10898100" y="2542050"/>
            <a:chExt cx="353675" cy="330825"/>
          </a:xfrm>
          <a:solidFill>
            <a:schemeClr val="bg1"/>
          </a:solidFill>
        </p:grpSpPr>
        <p:sp>
          <p:nvSpPr>
            <p:cNvPr id="20" name="Google Shape;11772;p68">
              <a:extLst>
                <a:ext uri="{FF2B5EF4-FFF2-40B4-BE49-F238E27FC236}">
                  <a16:creationId xmlns:a16="http://schemas.microsoft.com/office/drawing/2014/main" id="{D193466A-6ACD-92C8-5886-C164DE4749AB}"/>
                </a:ext>
              </a:extLst>
            </p:cNvPr>
            <p:cNvSpPr/>
            <p:nvPr/>
          </p:nvSpPr>
          <p:spPr>
            <a:xfrm>
              <a:off x="-10772875" y="258380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773;p68">
              <a:extLst>
                <a:ext uri="{FF2B5EF4-FFF2-40B4-BE49-F238E27FC236}">
                  <a16:creationId xmlns:a16="http://schemas.microsoft.com/office/drawing/2014/main" id="{E1CF6C10-421E-E1E9-6B0F-07292C7EF262}"/>
                </a:ext>
              </a:extLst>
            </p:cNvPr>
            <p:cNvSpPr/>
            <p:nvPr/>
          </p:nvSpPr>
          <p:spPr>
            <a:xfrm>
              <a:off x="-10772875" y="2749200"/>
              <a:ext cx="82725" cy="81950"/>
            </a:xfrm>
            <a:custGeom>
              <a:avLst/>
              <a:gdLst/>
              <a:ahLst/>
              <a:cxnLst/>
              <a:rect l="l" t="t" r="r" b="b"/>
              <a:pathLst>
                <a:path w="3309" h="3278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229" y="2457"/>
                    <a:pt x="820" y="2079"/>
                    <a:pt x="820" y="1638"/>
                  </a:cubicBezTo>
                  <a:cubicBezTo>
                    <a:pt x="820" y="1166"/>
                    <a:pt x="1198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39" y="3277"/>
                  </a:cubicBezTo>
                  <a:cubicBezTo>
                    <a:pt x="1658" y="3277"/>
                    <a:pt x="1677" y="3278"/>
                    <a:pt x="1696" y="3278"/>
                  </a:cubicBezTo>
                  <a:cubicBezTo>
                    <a:pt x="2613" y="3278"/>
                    <a:pt x="3309" y="2534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774;p68">
              <a:extLst>
                <a:ext uri="{FF2B5EF4-FFF2-40B4-BE49-F238E27FC236}">
                  <a16:creationId xmlns:a16="http://schemas.microsoft.com/office/drawing/2014/main" id="{A26ADB35-F978-AB21-1189-0E01AF67C11A}"/>
                </a:ext>
              </a:extLst>
            </p:cNvPr>
            <p:cNvSpPr/>
            <p:nvPr/>
          </p:nvSpPr>
          <p:spPr>
            <a:xfrm>
              <a:off x="-10855575" y="2666500"/>
              <a:ext cx="82725" cy="81925"/>
            </a:xfrm>
            <a:custGeom>
              <a:avLst/>
              <a:gdLst/>
              <a:ahLst/>
              <a:cxnLst/>
              <a:rect l="l" t="t" r="r" b="b"/>
              <a:pathLst>
                <a:path w="3309" h="3277" extrusionOk="0">
                  <a:moveTo>
                    <a:pt x="1670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079"/>
                    <a:pt x="2111" y="2457"/>
                    <a:pt x="1670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198" y="819"/>
                    <a:pt x="1670" y="819"/>
                  </a:cubicBezTo>
                  <a:close/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70" y="3277"/>
                  </a:cubicBezTo>
                  <a:cubicBezTo>
                    <a:pt x="2553" y="3277"/>
                    <a:pt x="3309" y="2552"/>
                    <a:pt x="3309" y="1638"/>
                  </a:cubicBezTo>
                  <a:cubicBezTo>
                    <a:pt x="3309" y="725"/>
                    <a:pt x="2584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775;p68">
              <a:extLst>
                <a:ext uri="{FF2B5EF4-FFF2-40B4-BE49-F238E27FC236}">
                  <a16:creationId xmlns:a16="http://schemas.microsoft.com/office/drawing/2014/main" id="{859A5D32-AE86-9804-BA34-6CC3A93C4E56}"/>
                </a:ext>
              </a:extLst>
            </p:cNvPr>
            <p:cNvSpPr/>
            <p:nvPr/>
          </p:nvSpPr>
          <p:spPr>
            <a:xfrm>
              <a:off x="-10690175" y="266650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111"/>
                    <a:pt x="2112" y="2457"/>
                    <a:pt x="1639" y="2457"/>
                  </a:cubicBezTo>
                  <a:cubicBezTo>
                    <a:pt x="1198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776;p68">
              <a:extLst>
                <a:ext uri="{FF2B5EF4-FFF2-40B4-BE49-F238E27FC236}">
                  <a16:creationId xmlns:a16="http://schemas.microsoft.com/office/drawing/2014/main" id="{A40417E1-50E8-69A5-3E96-999D7A063476}"/>
                </a:ext>
              </a:extLst>
            </p:cNvPr>
            <p:cNvSpPr/>
            <p:nvPr/>
          </p:nvSpPr>
          <p:spPr>
            <a:xfrm>
              <a:off x="-10752400" y="268697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851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60"/>
                    <a:pt x="379" y="1638"/>
                    <a:pt x="851" y="1638"/>
                  </a:cubicBezTo>
                  <a:cubicBezTo>
                    <a:pt x="1292" y="1638"/>
                    <a:pt x="1671" y="1260"/>
                    <a:pt x="1671" y="819"/>
                  </a:cubicBezTo>
                  <a:cubicBezTo>
                    <a:pt x="1671" y="378"/>
                    <a:pt x="1292" y="0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777;p68">
              <a:extLst>
                <a:ext uri="{FF2B5EF4-FFF2-40B4-BE49-F238E27FC236}">
                  <a16:creationId xmlns:a16="http://schemas.microsoft.com/office/drawing/2014/main" id="{1ED35597-40A2-C7EB-7294-4C0FFAFD5FCB}"/>
                </a:ext>
              </a:extLst>
            </p:cNvPr>
            <p:cNvSpPr/>
            <p:nvPr/>
          </p:nvSpPr>
          <p:spPr>
            <a:xfrm>
              <a:off x="-10898100" y="2542050"/>
              <a:ext cx="353675" cy="330825"/>
            </a:xfrm>
            <a:custGeom>
              <a:avLst/>
              <a:gdLst/>
              <a:ahLst/>
              <a:cxnLst/>
              <a:rect l="l" t="t" r="r" b="b"/>
              <a:pathLst>
                <a:path w="14147" h="13233" extrusionOk="0">
                  <a:moveTo>
                    <a:pt x="6711" y="819"/>
                  </a:moveTo>
                  <a:cubicBezTo>
                    <a:pt x="9893" y="819"/>
                    <a:pt x="12476" y="3434"/>
                    <a:pt x="12476" y="6616"/>
                  </a:cubicBezTo>
                  <a:cubicBezTo>
                    <a:pt x="12476" y="9798"/>
                    <a:pt x="9893" y="12413"/>
                    <a:pt x="6711" y="12413"/>
                  </a:cubicBezTo>
                  <a:cubicBezTo>
                    <a:pt x="3466" y="12413"/>
                    <a:pt x="883" y="9798"/>
                    <a:pt x="883" y="6616"/>
                  </a:cubicBezTo>
                  <a:cubicBezTo>
                    <a:pt x="883" y="3434"/>
                    <a:pt x="3466" y="819"/>
                    <a:pt x="6711" y="819"/>
                  </a:cubicBezTo>
                  <a:close/>
                  <a:moveTo>
                    <a:pt x="13358" y="10743"/>
                  </a:moveTo>
                  <a:lnTo>
                    <a:pt x="13358" y="12413"/>
                  </a:lnTo>
                  <a:lnTo>
                    <a:pt x="9893" y="12413"/>
                  </a:lnTo>
                  <a:cubicBezTo>
                    <a:pt x="10649" y="12004"/>
                    <a:pt x="11311" y="11468"/>
                    <a:pt x="11846" y="10743"/>
                  </a:cubicBezTo>
                  <a:close/>
                  <a:moveTo>
                    <a:pt x="6648" y="0"/>
                  </a:moveTo>
                  <a:cubicBezTo>
                    <a:pt x="2993" y="0"/>
                    <a:pt x="0" y="2962"/>
                    <a:pt x="0" y="6616"/>
                  </a:cubicBezTo>
                  <a:cubicBezTo>
                    <a:pt x="0" y="10082"/>
                    <a:pt x="2678" y="12917"/>
                    <a:pt x="6112" y="13201"/>
                  </a:cubicBezTo>
                  <a:cubicBezTo>
                    <a:pt x="6144" y="13201"/>
                    <a:pt x="6175" y="13232"/>
                    <a:pt x="6238" y="13232"/>
                  </a:cubicBezTo>
                  <a:lnTo>
                    <a:pt x="13705" y="13232"/>
                  </a:lnTo>
                  <a:cubicBezTo>
                    <a:pt x="13957" y="13232"/>
                    <a:pt x="14146" y="13043"/>
                    <a:pt x="14146" y="12791"/>
                  </a:cubicBezTo>
                  <a:lnTo>
                    <a:pt x="14146" y="10302"/>
                  </a:lnTo>
                  <a:cubicBezTo>
                    <a:pt x="14146" y="10082"/>
                    <a:pt x="13957" y="9924"/>
                    <a:pt x="13737" y="9924"/>
                  </a:cubicBezTo>
                  <a:lnTo>
                    <a:pt x="12413" y="9924"/>
                  </a:lnTo>
                  <a:cubicBezTo>
                    <a:pt x="13012" y="8948"/>
                    <a:pt x="13264" y="7814"/>
                    <a:pt x="13264" y="6616"/>
                  </a:cubicBezTo>
                  <a:cubicBezTo>
                    <a:pt x="13264" y="2962"/>
                    <a:pt x="10334" y="0"/>
                    <a:pt x="66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11484;p68">
            <a:extLst>
              <a:ext uri="{FF2B5EF4-FFF2-40B4-BE49-F238E27FC236}">
                <a16:creationId xmlns:a16="http://schemas.microsoft.com/office/drawing/2014/main" id="{FC771270-BFF7-5D1E-1035-EBA4FF88A6B5}"/>
              </a:ext>
            </a:extLst>
          </p:cNvPr>
          <p:cNvGrpSpPr/>
          <p:nvPr/>
        </p:nvGrpSpPr>
        <p:grpSpPr>
          <a:xfrm>
            <a:off x="7175955" y="1394818"/>
            <a:ext cx="358199" cy="359154"/>
            <a:chOff x="-50154075" y="1948175"/>
            <a:chExt cx="300100" cy="300900"/>
          </a:xfrm>
          <a:solidFill>
            <a:schemeClr val="bg1"/>
          </a:solidFill>
        </p:grpSpPr>
        <p:sp>
          <p:nvSpPr>
            <p:cNvPr id="27" name="Google Shape;11485;p68">
              <a:extLst>
                <a:ext uri="{FF2B5EF4-FFF2-40B4-BE49-F238E27FC236}">
                  <a16:creationId xmlns:a16="http://schemas.microsoft.com/office/drawing/2014/main" id="{682906B6-04EC-D061-F87D-E6D2E92ACD32}"/>
                </a:ext>
              </a:extLst>
            </p:cNvPr>
            <p:cNvSpPr/>
            <p:nvPr/>
          </p:nvSpPr>
          <p:spPr>
            <a:xfrm>
              <a:off x="-50154075" y="1948175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2805" y="694"/>
                  </a:moveTo>
                  <a:lnTo>
                    <a:pt x="2805" y="2805"/>
                  </a:lnTo>
                  <a:lnTo>
                    <a:pt x="662" y="2805"/>
                  </a:lnTo>
                  <a:lnTo>
                    <a:pt x="662" y="694"/>
                  </a:lnTo>
                  <a:close/>
                  <a:moveTo>
                    <a:pt x="2805" y="3466"/>
                  </a:moveTo>
                  <a:lnTo>
                    <a:pt x="2805" y="5609"/>
                  </a:lnTo>
                  <a:lnTo>
                    <a:pt x="662" y="5609"/>
                  </a:lnTo>
                  <a:lnTo>
                    <a:pt x="662" y="3466"/>
                  </a:lnTo>
                  <a:close/>
                  <a:moveTo>
                    <a:pt x="7908" y="2521"/>
                  </a:moveTo>
                  <a:lnTo>
                    <a:pt x="9421" y="4033"/>
                  </a:lnTo>
                  <a:lnTo>
                    <a:pt x="7782" y="5640"/>
                  </a:lnTo>
                  <a:lnTo>
                    <a:pt x="6302" y="4128"/>
                  </a:lnTo>
                  <a:lnTo>
                    <a:pt x="7908" y="2521"/>
                  </a:lnTo>
                  <a:close/>
                  <a:moveTo>
                    <a:pt x="5798" y="4663"/>
                  </a:moveTo>
                  <a:lnTo>
                    <a:pt x="7278" y="6144"/>
                  </a:lnTo>
                  <a:lnTo>
                    <a:pt x="5766" y="7688"/>
                  </a:lnTo>
                  <a:lnTo>
                    <a:pt x="4254" y="6207"/>
                  </a:lnTo>
                  <a:lnTo>
                    <a:pt x="5798" y="4663"/>
                  </a:lnTo>
                  <a:close/>
                  <a:moveTo>
                    <a:pt x="2805" y="6302"/>
                  </a:moveTo>
                  <a:lnTo>
                    <a:pt x="2805" y="8791"/>
                  </a:lnTo>
                  <a:cubicBezTo>
                    <a:pt x="2521" y="8570"/>
                    <a:pt x="2111" y="8444"/>
                    <a:pt x="1733" y="8444"/>
                  </a:cubicBezTo>
                  <a:cubicBezTo>
                    <a:pt x="1324" y="8444"/>
                    <a:pt x="977" y="8570"/>
                    <a:pt x="662" y="8791"/>
                  </a:cubicBezTo>
                  <a:lnTo>
                    <a:pt x="662" y="6302"/>
                  </a:lnTo>
                  <a:close/>
                  <a:moveTo>
                    <a:pt x="3750" y="6711"/>
                  </a:moveTo>
                  <a:lnTo>
                    <a:pt x="5230" y="8192"/>
                  </a:lnTo>
                  <a:lnTo>
                    <a:pt x="3498" y="9925"/>
                  </a:lnTo>
                  <a:lnTo>
                    <a:pt x="3498" y="6932"/>
                  </a:lnTo>
                  <a:lnTo>
                    <a:pt x="3750" y="6711"/>
                  </a:lnTo>
                  <a:close/>
                  <a:moveTo>
                    <a:pt x="1733" y="9137"/>
                  </a:moveTo>
                  <a:cubicBezTo>
                    <a:pt x="2332" y="9137"/>
                    <a:pt x="2805" y="9610"/>
                    <a:pt x="2805" y="10208"/>
                  </a:cubicBezTo>
                  <a:cubicBezTo>
                    <a:pt x="2805" y="10807"/>
                    <a:pt x="2332" y="11279"/>
                    <a:pt x="1733" y="11279"/>
                  </a:cubicBezTo>
                  <a:cubicBezTo>
                    <a:pt x="1135" y="11279"/>
                    <a:pt x="662" y="10807"/>
                    <a:pt x="662" y="10208"/>
                  </a:cubicBezTo>
                  <a:cubicBezTo>
                    <a:pt x="662" y="9610"/>
                    <a:pt x="1135" y="9137"/>
                    <a:pt x="1733" y="9137"/>
                  </a:cubicBezTo>
                  <a:close/>
                  <a:moveTo>
                    <a:pt x="5640" y="9137"/>
                  </a:moveTo>
                  <a:lnTo>
                    <a:pt x="5640" y="11279"/>
                  </a:lnTo>
                  <a:lnTo>
                    <a:pt x="3183" y="11279"/>
                  </a:lnTo>
                  <a:lnTo>
                    <a:pt x="5262" y="9137"/>
                  </a:lnTo>
                  <a:close/>
                  <a:moveTo>
                    <a:pt x="8412" y="9137"/>
                  </a:moveTo>
                  <a:lnTo>
                    <a:pt x="8412" y="11279"/>
                  </a:lnTo>
                  <a:lnTo>
                    <a:pt x="6333" y="11279"/>
                  </a:lnTo>
                  <a:lnTo>
                    <a:pt x="6333" y="9137"/>
                  </a:lnTo>
                  <a:close/>
                  <a:moveTo>
                    <a:pt x="11248" y="9137"/>
                  </a:moveTo>
                  <a:lnTo>
                    <a:pt x="11248" y="11279"/>
                  </a:lnTo>
                  <a:lnTo>
                    <a:pt x="9106" y="11279"/>
                  </a:lnTo>
                  <a:lnTo>
                    <a:pt x="9106" y="9137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0240"/>
                  </a:lnTo>
                  <a:cubicBezTo>
                    <a:pt x="1" y="11248"/>
                    <a:pt x="788" y="12036"/>
                    <a:pt x="1765" y="12036"/>
                  </a:cubicBezTo>
                  <a:lnTo>
                    <a:pt x="11657" y="12036"/>
                  </a:lnTo>
                  <a:cubicBezTo>
                    <a:pt x="11846" y="12036"/>
                    <a:pt x="12004" y="11878"/>
                    <a:pt x="12004" y="11657"/>
                  </a:cubicBezTo>
                  <a:lnTo>
                    <a:pt x="12004" y="8791"/>
                  </a:lnTo>
                  <a:cubicBezTo>
                    <a:pt x="11973" y="8602"/>
                    <a:pt x="11815" y="8444"/>
                    <a:pt x="11626" y="8444"/>
                  </a:cubicBezTo>
                  <a:lnTo>
                    <a:pt x="5987" y="8444"/>
                  </a:lnTo>
                  <a:lnTo>
                    <a:pt x="10177" y="4254"/>
                  </a:lnTo>
                  <a:cubicBezTo>
                    <a:pt x="10240" y="4191"/>
                    <a:pt x="10271" y="4096"/>
                    <a:pt x="10271" y="4033"/>
                  </a:cubicBezTo>
                  <a:cubicBezTo>
                    <a:pt x="10271" y="3939"/>
                    <a:pt x="10240" y="3844"/>
                    <a:pt x="10177" y="3781"/>
                  </a:cubicBezTo>
                  <a:lnTo>
                    <a:pt x="8192" y="1828"/>
                  </a:lnTo>
                  <a:cubicBezTo>
                    <a:pt x="8129" y="1765"/>
                    <a:pt x="8042" y="1733"/>
                    <a:pt x="7952" y="1733"/>
                  </a:cubicBezTo>
                  <a:cubicBezTo>
                    <a:pt x="7861" y="1733"/>
                    <a:pt x="7767" y="1765"/>
                    <a:pt x="7688" y="1828"/>
                  </a:cubicBezTo>
                  <a:lnTo>
                    <a:pt x="3498" y="5987"/>
                  </a:ln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486;p68">
              <a:extLst>
                <a:ext uri="{FF2B5EF4-FFF2-40B4-BE49-F238E27FC236}">
                  <a16:creationId xmlns:a16="http://schemas.microsoft.com/office/drawing/2014/main" id="{98927911-D0A3-4F76-443C-3411D56A53CC}"/>
                </a:ext>
              </a:extLst>
            </p:cNvPr>
            <p:cNvSpPr/>
            <p:nvPr/>
          </p:nvSpPr>
          <p:spPr>
            <a:xfrm>
              <a:off x="-501194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10836;p66">
            <a:extLst>
              <a:ext uri="{FF2B5EF4-FFF2-40B4-BE49-F238E27FC236}">
                <a16:creationId xmlns:a16="http://schemas.microsoft.com/office/drawing/2014/main" id="{9FE1D91E-E626-190B-A710-0B9A2BF53850}"/>
              </a:ext>
            </a:extLst>
          </p:cNvPr>
          <p:cNvGrpSpPr/>
          <p:nvPr/>
        </p:nvGrpSpPr>
        <p:grpSpPr>
          <a:xfrm>
            <a:off x="3079444" y="2845801"/>
            <a:ext cx="366269" cy="366269"/>
            <a:chOff x="-61783350" y="2297100"/>
            <a:chExt cx="316650" cy="316650"/>
          </a:xfrm>
          <a:solidFill>
            <a:schemeClr val="bg1"/>
          </a:solidFill>
        </p:grpSpPr>
        <p:sp>
          <p:nvSpPr>
            <p:cNvPr id="30" name="Google Shape;10837;p66">
              <a:extLst>
                <a:ext uri="{FF2B5EF4-FFF2-40B4-BE49-F238E27FC236}">
                  <a16:creationId xmlns:a16="http://schemas.microsoft.com/office/drawing/2014/main" id="{5F868EE6-0959-DD68-9F98-ED6163E57E72}"/>
                </a:ext>
              </a:extLst>
            </p:cNvPr>
            <p:cNvSpPr/>
            <p:nvPr/>
          </p:nvSpPr>
          <p:spPr>
            <a:xfrm>
              <a:off x="-61783350" y="2297100"/>
              <a:ext cx="316650" cy="316650"/>
            </a:xfrm>
            <a:custGeom>
              <a:avLst/>
              <a:gdLst/>
              <a:ahLst/>
              <a:cxnLst/>
              <a:rect l="l" t="t" r="r" b="b"/>
              <a:pathLst>
                <a:path w="12666" h="12666" extrusionOk="0">
                  <a:moveTo>
                    <a:pt x="379" y="0"/>
                  </a:moveTo>
                  <a:cubicBezTo>
                    <a:pt x="158" y="0"/>
                    <a:pt x="1" y="189"/>
                    <a:pt x="1" y="441"/>
                  </a:cubicBezTo>
                  <a:lnTo>
                    <a:pt x="1" y="12287"/>
                  </a:lnTo>
                  <a:cubicBezTo>
                    <a:pt x="1" y="12508"/>
                    <a:pt x="190" y="12665"/>
                    <a:pt x="379" y="12665"/>
                  </a:cubicBezTo>
                  <a:lnTo>
                    <a:pt x="12256" y="12665"/>
                  </a:lnTo>
                  <a:cubicBezTo>
                    <a:pt x="12477" y="12665"/>
                    <a:pt x="12666" y="12476"/>
                    <a:pt x="12666" y="12287"/>
                  </a:cubicBezTo>
                  <a:cubicBezTo>
                    <a:pt x="12634" y="12098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41"/>
                  </a:lnTo>
                  <a:cubicBezTo>
                    <a:pt x="820" y="189"/>
                    <a:pt x="631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838;p66">
              <a:extLst>
                <a:ext uri="{FF2B5EF4-FFF2-40B4-BE49-F238E27FC236}">
                  <a16:creationId xmlns:a16="http://schemas.microsoft.com/office/drawing/2014/main" id="{FA32F405-05F6-D0EF-9F1F-6D510C3B2172}"/>
                </a:ext>
              </a:extLst>
            </p:cNvPr>
            <p:cNvSpPr/>
            <p:nvPr/>
          </p:nvSpPr>
          <p:spPr>
            <a:xfrm>
              <a:off x="-61742375" y="2387675"/>
              <a:ext cx="275675" cy="151250"/>
            </a:xfrm>
            <a:custGeom>
              <a:avLst/>
              <a:gdLst/>
              <a:ahLst/>
              <a:cxnLst/>
              <a:rect l="l" t="t" r="r" b="b"/>
              <a:pathLst>
                <a:path w="11027" h="6050" extrusionOk="0">
                  <a:moveTo>
                    <a:pt x="9767" y="788"/>
                  </a:moveTo>
                  <a:cubicBezTo>
                    <a:pt x="10019" y="788"/>
                    <a:pt x="10208" y="977"/>
                    <a:pt x="10208" y="1229"/>
                  </a:cubicBezTo>
                  <a:cubicBezTo>
                    <a:pt x="10176" y="1450"/>
                    <a:pt x="10019" y="1639"/>
                    <a:pt x="9767" y="1639"/>
                  </a:cubicBezTo>
                  <a:cubicBezTo>
                    <a:pt x="9546" y="1639"/>
                    <a:pt x="9389" y="1450"/>
                    <a:pt x="9389" y="1229"/>
                  </a:cubicBezTo>
                  <a:cubicBezTo>
                    <a:pt x="9389" y="977"/>
                    <a:pt x="9578" y="788"/>
                    <a:pt x="9767" y="788"/>
                  </a:cubicBezTo>
                  <a:close/>
                  <a:moveTo>
                    <a:pt x="4001" y="1607"/>
                  </a:moveTo>
                  <a:cubicBezTo>
                    <a:pt x="4222" y="1607"/>
                    <a:pt x="4379" y="1796"/>
                    <a:pt x="4379" y="2048"/>
                  </a:cubicBezTo>
                  <a:cubicBezTo>
                    <a:pt x="4379" y="2269"/>
                    <a:pt x="4222" y="2489"/>
                    <a:pt x="4001" y="2489"/>
                  </a:cubicBezTo>
                  <a:cubicBezTo>
                    <a:pt x="3749" y="2489"/>
                    <a:pt x="3560" y="2269"/>
                    <a:pt x="3560" y="2048"/>
                  </a:cubicBezTo>
                  <a:cubicBezTo>
                    <a:pt x="3560" y="1796"/>
                    <a:pt x="3749" y="1607"/>
                    <a:pt x="4001" y="1607"/>
                  </a:cubicBezTo>
                  <a:close/>
                  <a:moveTo>
                    <a:pt x="6459" y="4128"/>
                  </a:moveTo>
                  <a:cubicBezTo>
                    <a:pt x="6679" y="4128"/>
                    <a:pt x="6900" y="4317"/>
                    <a:pt x="6900" y="4569"/>
                  </a:cubicBezTo>
                  <a:cubicBezTo>
                    <a:pt x="6868" y="4758"/>
                    <a:pt x="6711" y="4947"/>
                    <a:pt x="6459" y="4947"/>
                  </a:cubicBezTo>
                  <a:cubicBezTo>
                    <a:pt x="6238" y="4947"/>
                    <a:pt x="6081" y="4758"/>
                    <a:pt x="6081" y="4569"/>
                  </a:cubicBezTo>
                  <a:cubicBezTo>
                    <a:pt x="6081" y="4317"/>
                    <a:pt x="6270" y="4128"/>
                    <a:pt x="6459" y="4128"/>
                  </a:cubicBezTo>
                  <a:close/>
                  <a:moveTo>
                    <a:pt x="1229" y="4380"/>
                  </a:moveTo>
                  <a:cubicBezTo>
                    <a:pt x="1481" y="4380"/>
                    <a:pt x="1638" y="4569"/>
                    <a:pt x="1638" y="4789"/>
                  </a:cubicBezTo>
                  <a:cubicBezTo>
                    <a:pt x="1638" y="5041"/>
                    <a:pt x="1481" y="5230"/>
                    <a:pt x="1229" y="5230"/>
                  </a:cubicBezTo>
                  <a:cubicBezTo>
                    <a:pt x="1008" y="5230"/>
                    <a:pt x="788" y="5041"/>
                    <a:pt x="788" y="4789"/>
                  </a:cubicBezTo>
                  <a:cubicBezTo>
                    <a:pt x="788" y="4569"/>
                    <a:pt x="1008" y="4380"/>
                    <a:pt x="1229" y="4380"/>
                  </a:cubicBezTo>
                  <a:close/>
                  <a:moveTo>
                    <a:pt x="9767" y="0"/>
                  </a:moveTo>
                  <a:cubicBezTo>
                    <a:pt x="9105" y="0"/>
                    <a:pt x="8570" y="536"/>
                    <a:pt x="8570" y="1229"/>
                  </a:cubicBezTo>
                  <a:cubicBezTo>
                    <a:pt x="8570" y="1418"/>
                    <a:pt x="8601" y="1576"/>
                    <a:pt x="8664" y="1765"/>
                  </a:cubicBezTo>
                  <a:lnTo>
                    <a:pt x="7026" y="3434"/>
                  </a:lnTo>
                  <a:cubicBezTo>
                    <a:pt x="6868" y="3340"/>
                    <a:pt x="6679" y="3308"/>
                    <a:pt x="6459" y="3308"/>
                  </a:cubicBezTo>
                  <a:cubicBezTo>
                    <a:pt x="6270" y="3308"/>
                    <a:pt x="6112" y="3340"/>
                    <a:pt x="5923" y="3434"/>
                  </a:cubicBezTo>
                  <a:lnTo>
                    <a:pt x="5104" y="2584"/>
                  </a:lnTo>
                  <a:cubicBezTo>
                    <a:pt x="5167" y="2426"/>
                    <a:pt x="5199" y="2237"/>
                    <a:pt x="5199" y="2048"/>
                  </a:cubicBezTo>
                  <a:cubicBezTo>
                    <a:pt x="5199" y="1387"/>
                    <a:pt x="4663" y="788"/>
                    <a:pt x="4001" y="788"/>
                  </a:cubicBezTo>
                  <a:cubicBezTo>
                    <a:pt x="3308" y="788"/>
                    <a:pt x="2773" y="1324"/>
                    <a:pt x="2773" y="2048"/>
                  </a:cubicBezTo>
                  <a:cubicBezTo>
                    <a:pt x="2773" y="2237"/>
                    <a:pt x="2804" y="2395"/>
                    <a:pt x="2899" y="2584"/>
                  </a:cubicBezTo>
                  <a:lnTo>
                    <a:pt x="1796" y="3686"/>
                  </a:lnTo>
                  <a:cubicBezTo>
                    <a:pt x="1638" y="3623"/>
                    <a:pt x="1418" y="3592"/>
                    <a:pt x="1229" y="3592"/>
                  </a:cubicBezTo>
                  <a:cubicBezTo>
                    <a:pt x="567" y="3592"/>
                    <a:pt x="0" y="4128"/>
                    <a:pt x="0" y="4852"/>
                  </a:cubicBezTo>
                  <a:cubicBezTo>
                    <a:pt x="0" y="5514"/>
                    <a:pt x="567" y="6049"/>
                    <a:pt x="1229" y="6049"/>
                  </a:cubicBezTo>
                  <a:cubicBezTo>
                    <a:pt x="1890" y="6049"/>
                    <a:pt x="2458" y="5514"/>
                    <a:pt x="2458" y="4852"/>
                  </a:cubicBezTo>
                  <a:cubicBezTo>
                    <a:pt x="2458" y="4632"/>
                    <a:pt x="2426" y="4474"/>
                    <a:pt x="2332" y="4285"/>
                  </a:cubicBezTo>
                  <a:lnTo>
                    <a:pt x="3434" y="3182"/>
                  </a:lnTo>
                  <a:cubicBezTo>
                    <a:pt x="3592" y="3245"/>
                    <a:pt x="3781" y="3308"/>
                    <a:pt x="4001" y="3308"/>
                  </a:cubicBezTo>
                  <a:cubicBezTo>
                    <a:pt x="4190" y="3308"/>
                    <a:pt x="4348" y="3277"/>
                    <a:pt x="4537" y="3182"/>
                  </a:cubicBezTo>
                  <a:lnTo>
                    <a:pt x="5356" y="4001"/>
                  </a:lnTo>
                  <a:cubicBezTo>
                    <a:pt x="5293" y="4159"/>
                    <a:pt x="5262" y="4348"/>
                    <a:pt x="5262" y="4569"/>
                  </a:cubicBezTo>
                  <a:cubicBezTo>
                    <a:pt x="5262" y="5230"/>
                    <a:pt x="5797" y="5766"/>
                    <a:pt x="6459" y="5766"/>
                  </a:cubicBezTo>
                  <a:cubicBezTo>
                    <a:pt x="7152" y="5766"/>
                    <a:pt x="7687" y="5230"/>
                    <a:pt x="7687" y="4569"/>
                  </a:cubicBezTo>
                  <a:cubicBezTo>
                    <a:pt x="7687" y="4348"/>
                    <a:pt x="7656" y="4191"/>
                    <a:pt x="7561" y="4001"/>
                  </a:cubicBezTo>
                  <a:lnTo>
                    <a:pt x="9231" y="2363"/>
                  </a:lnTo>
                  <a:cubicBezTo>
                    <a:pt x="9389" y="2426"/>
                    <a:pt x="9578" y="2489"/>
                    <a:pt x="9767" y="2489"/>
                  </a:cubicBezTo>
                  <a:cubicBezTo>
                    <a:pt x="10460" y="2489"/>
                    <a:pt x="11027" y="1922"/>
                    <a:pt x="11027" y="1229"/>
                  </a:cubicBezTo>
                  <a:cubicBezTo>
                    <a:pt x="10995" y="536"/>
                    <a:pt x="10460" y="0"/>
                    <a:pt x="97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26652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BE7EFCD0-214D-BF44-BC19-19771F39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27DD47DD-A91C-920F-2809-A389FA032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242"/>
                </a:solidFill>
                <a:latin typeface="Barlow" panose="00000500000000000000" pitchFamily="2" charset="0"/>
              </a:rPr>
              <a:t>Conlusion</a:t>
            </a:r>
            <a:endParaRPr/>
          </a:p>
        </p:txBody>
      </p:sp>
      <p:sp>
        <p:nvSpPr>
          <p:cNvPr id="1645" name="Google Shape;1645;p35">
            <a:extLst>
              <a:ext uri="{FF2B5EF4-FFF2-40B4-BE49-F238E27FC236}">
                <a16:creationId xmlns:a16="http://schemas.microsoft.com/office/drawing/2014/main" id="{1FFAE576-51E1-0891-5EC8-67873E91F4C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7EB32EF8-48A7-2762-4D7E-E1349624515F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F68DD425-AD5C-3DD1-9BC8-648E3EB79533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8D65C24E-FCBF-283F-9CF4-7157E20E0172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959D971A-1EB2-9ABB-610A-05748FCB2795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1B3E9D8B-4A0E-C229-8D10-DC2BFB5BA6ED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808F51F5-EDD1-75AA-63CF-A4DEFDEF9466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60D2C6C3-ACD6-5CB2-433F-EAC7DB420818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326EAD02-80BC-0DFF-C914-3FEB92E06E29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3802BCE7-EE99-B661-8F75-38EBCF21C90F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45137EE3-681F-6981-A2BD-F995E62DBFE9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409FFC90-EE44-08FD-1DE5-85EB00D02A21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BF05A706-9AB4-6B4F-C910-345D6FE6F4CE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42B719DC-9314-1631-8820-FACD97FA0AD0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1A35B4B2-47CA-B847-E390-EB11C55095DD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62E2E3AC-8DBA-CBEF-A692-45BD533D8378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35CD2BA7-95CD-E468-01EE-E20CEDDD3591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66C2345B-998F-BA82-2FE3-A4007AFF9420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8C6B86C7-E215-0EF7-9983-344BA2BFBE7A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2784C808-BA14-450E-EE81-2458843A780F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AECC0E18-4587-039D-EFB2-63B1D0A9C4FD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7D0F1690-6052-AFEE-C2D0-D0397FA5BDD1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0F1FCDBE-5529-781B-48D3-7A12848E22BD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A4C4F6F6-646D-A9F5-BC05-4BF2EE91C9E7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2F8944E1-006F-7705-ECA6-DBDA67710D39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9159BA3F-4353-25A4-5F8E-558A4D722E9B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86502352-07B1-B54D-E4E5-310EDC943ADB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B245F3DE-C187-1AC3-D682-2C0E67490E49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C6018F2A-F152-0B62-F2A9-F7FC767753D8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3120BFD2-C293-65C3-71BA-413DF2ABDD42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9CD1705B-77D6-920B-01DC-214247071C33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BDA7051E-02B0-30A3-5597-2DC57BF90BBB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1E9E74A9-D106-1BA8-9CE2-4296F5247BDD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B269E070-F453-D56D-D8AC-23977EE0CDF0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54A5AD14-1D35-06C5-DDDF-DFF9AADA9F3B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9D4A7E4C-9E96-7D71-4E90-7399CA7C3AA5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3F7494AD-8672-D502-AE9C-865A9B2D3129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C9B2D482-137A-31D2-94BE-D83C1AE9EF4A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558F1C0C-ED67-FC63-314F-0B16D84B7964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AA00213B-6D19-E044-7D73-3D6569557138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117FDF5E-3837-6669-C322-5434F621BEA9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BFCAA322-5E91-577D-4BE5-17837A2CA513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45E06101-FD1C-3E6F-8219-9AF4163FE9EF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BE85FE03-6FA4-4F9E-1A44-6E6EFB584501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B572AD96-45C5-0490-78D0-DE948138AEC5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E883BE07-7C21-0EF5-3071-1A46EA3024A1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256F3A3B-4D21-FF99-C365-ACC548602C88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30B1E7B5-4701-3E6C-2B28-800DBA9A1FC4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79653D82-AAB8-D1AB-AB01-FE561A361C51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3252727C-C090-F65A-9E0D-08B0640395F9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08EAFE81-CA15-E026-744E-CCFBE2E64A3A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7F2F8922-AEBF-3481-B1BA-97B0372C5890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015665C8-A770-A47F-A324-0026B95BAF2D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1305D867-B7E8-4498-5926-6AAE9A0184DB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BDCB18D8-5AE0-1B56-10D9-79FFC9FD5BFD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C76ECA21-D22A-ECF7-E326-E4AEF800CBAD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CF21B2A4-0D3A-E9B7-7E71-8D75250733D3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8C68D3B1-1887-5D86-F9D3-C7AF816065C2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6C556889-6063-F9C8-0944-E85C575B5439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A4EF4ECF-7AB6-5E54-A375-C7EA625BCDD9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FF91EA8D-BEAC-842C-260B-AAE971D0FEA4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1C04D400-C887-5C1B-7C78-435D2DE58F34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EF2BD243-BB0A-99F8-B6C2-101BEA071639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668B28FE-48F6-5C01-348F-E28E584AB481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E9EAC11F-68E7-DFF4-05FB-759B95FC1E60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F601BBFA-5AAE-A94C-E7A6-83852BB7271F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CD4F93D2-7CDF-CF04-9440-8BAC7D56C813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7C9F656A-D303-06C9-38C9-B0D672DDACF2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F36EF0E8-E2D7-2B9C-B9C0-C7895EE15E91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D0AE5F6C-0238-9DBD-5F18-C1DCE4613352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23016E10-FD98-C6CF-3EE9-AE9D27C192C8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A37259C3-FA55-9D53-4917-F4D42A7BC223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C5041AD5-1D0A-03FB-2792-060F43D47E69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19B8F1CB-08CE-A4C2-66FB-B39232D14C8D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9814F7CA-A6BA-5C09-71F1-B2775EF25B79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936EC5DB-FA13-E64F-A0B7-C1AE8E3D83B9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8F4F420E-DC16-40B8-A13D-C7EA00E90483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EEF969FE-86A0-F628-FF6B-4C164BD2CB87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4C290532-8522-DA81-1FA6-D26DF98E7942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892063F6-D692-AD9C-E87C-D33B499D924E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8EA33E40-30FB-99E3-9A18-C80BFBF4050D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A07B958F-643B-C0E3-7F1B-B49CD323782A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C79F762F-C275-7C48-6B9D-B710FD3C37D3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A7A984B5-E6F2-4D57-C5D2-51EBA107334C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18133B58-1C31-533E-11B9-523C387B70C4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D421499F-3475-43D3-E326-EB2FFC2DC8CE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BAB940B6-DF16-ADBC-F793-54F3FE7BC2DF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D36AD194-4989-1BB1-DCBF-0232305D3B67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B3C8C6A9-6B00-E94A-FA9B-CEDDD811BD1F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207E68D1-A562-DD1D-E618-F0AA86C7C361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41679FBF-DC64-1839-EBBC-642B85108ADA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A6DB5911-1958-B1AD-D667-AB9AAB276D53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C4A3CA85-0C7C-A63F-18EE-302ACDD5C0B2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A61A1AD3-0966-6119-2D1A-CB0E7896B058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62CEB8BC-069D-DA51-8695-33D42652A469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C5345599-A20E-4D6E-DE70-14C0154FA197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18B21CE1-8146-8343-EFCB-B6E6FC117610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BC28ED23-CFFE-9956-7FFB-D1BB9E933C09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FA805F8E-6AD7-70BE-5107-59F2FCB54790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85899C59-ED10-E3A0-A750-9889795ACE97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4D4F2A6F-45C9-921C-67F3-11E5A742B080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E9FBE235-5C13-7A02-FB1B-014098D660A3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9A2CEC9F-6D3A-F6A4-5062-B61EA1BEAE2E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C2B05E0F-D510-EF8E-8739-62272D27FA01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2E80AE94-7245-156F-14FC-EE3AB88D302C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C705A1A9-479B-036A-D1DE-4E1545DAEB63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BC1F6E75-FBDD-D8AF-387C-257FA0AB5773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17FF08C0-7294-C762-98F6-FEE073A191CF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89356F-AE19-7CFE-CDA3-A19810661473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3032924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Các bài học được rút ra</a:t>
            </a:r>
            <a:endParaRPr/>
          </a:p>
        </p:txBody>
      </p:sp>
      <p:sp>
        <p:nvSpPr>
          <p:cNvPr id="1952" name="Google Shape;1952;p45"/>
          <p:cNvSpPr/>
          <p:nvPr/>
        </p:nvSpPr>
        <p:spPr>
          <a:xfrm>
            <a:off x="3540050" y="1218875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45"/>
          <p:cNvSpPr/>
          <p:nvPr/>
        </p:nvSpPr>
        <p:spPr>
          <a:xfrm>
            <a:off x="5427750" y="1218875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45"/>
          <p:cNvSpPr txBox="1"/>
          <p:nvPr/>
        </p:nvSpPr>
        <p:spPr>
          <a:xfrm flipH="1">
            <a:off x="2722050" y="171975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</a:t>
            </a:r>
            <a:r>
              <a:rPr lang="vi-V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Mô hình đơn giản có thể tốt hơn mô hình phức tạp</a:t>
            </a:r>
            <a:endParaRPr lang="en-GB" sz="12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sp>
        <p:nvSpPr>
          <p:cNvPr id="1957" name="Google Shape;1957;p45"/>
          <p:cNvSpPr txBox="1"/>
          <p:nvPr/>
        </p:nvSpPr>
        <p:spPr>
          <a:xfrm flipH="1">
            <a:off x="4609750" y="171975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Các mô hình tuyến tính phù hợp với dự báo dài hạn khi kết hợp với kỹ thuật phù hợp</a:t>
            </a:r>
            <a:endParaRPr sz="10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cxnSp>
        <p:nvCxnSpPr>
          <p:cNvPr id="1960" name="Google Shape;1960;p45"/>
          <p:cNvCxnSpPr>
            <a:stCxn id="1952" idx="3"/>
            <a:endCxn id="1953" idx="1"/>
          </p:cNvCxnSpPr>
          <p:nvPr/>
        </p:nvCxnSpPr>
        <p:spPr>
          <a:xfrm>
            <a:off x="3716450" y="1307075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3" name="Google Shape;1963;p45"/>
          <p:cNvCxnSpPr>
            <a:cxnSpLocks/>
            <a:stCxn id="1952" idx="2"/>
            <a:endCxn id="1956" idx="0"/>
          </p:cNvCxnSpPr>
          <p:nvPr/>
        </p:nvCxnSpPr>
        <p:spPr>
          <a:xfrm>
            <a:off x="3628250" y="139527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45"/>
          <p:cNvCxnSpPr>
            <a:stCxn id="1953" idx="2"/>
            <a:endCxn id="1957" idx="0"/>
          </p:cNvCxnSpPr>
          <p:nvPr/>
        </p:nvCxnSpPr>
        <p:spPr>
          <a:xfrm>
            <a:off x="5515950" y="139527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7" name="Google Shape;1967;p45"/>
          <p:cNvSpPr/>
          <p:nvPr/>
        </p:nvSpPr>
        <p:spPr>
          <a:xfrm>
            <a:off x="3338850" y="3381113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45"/>
          <p:cNvSpPr/>
          <p:nvPr/>
        </p:nvSpPr>
        <p:spPr>
          <a:xfrm>
            <a:off x="5226550" y="3381113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45"/>
          <p:cNvSpPr txBox="1"/>
          <p:nvPr/>
        </p:nvSpPr>
        <p:spPr>
          <a:xfrm flipH="1">
            <a:off x="2520850" y="3881988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Feature Engineering và Feature Selection quan trọng</a:t>
            </a:r>
            <a:endParaRPr sz="10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sp>
        <p:nvSpPr>
          <p:cNvPr id="1972" name="Google Shape;1972;p45"/>
          <p:cNvSpPr txBox="1"/>
          <p:nvPr/>
        </p:nvSpPr>
        <p:spPr>
          <a:xfrm flipH="1">
            <a:off x="4408550" y="3881988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050" dirty="0" err="1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TimeSeriesSplit</a:t>
            </a:r>
            <a:r>
              <a:rPr lang="vi-VN" sz="1050" dirty="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giúp học được </a:t>
            </a:r>
            <a:r>
              <a:rPr lang="vi-VN" sz="1050" dirty="0" err="1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pattern</a:t>
            </a:r>
            <a:r>
              <a:rPr lang="vi-VN" sz="1050" dirty="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</a:t>
            </a:r>
            <a:r>
              <a:rPr lang="vi-VN" sz="1050" dirty="0" err="1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bias</a:t>
            </a:r>
            <a:r>
              <a:rPr lang="vi-VN" sz="1050" dirty="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từ </a:t>
            </a:r>
            <a:r>
              <a:rPr lang="vi-VN" sz="1050" dirty="0" err="1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validation</a:t>
            </a:r>
            <a:r>
              <a:rPr lang="vi-VN" sz="1050" dirty="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</a:t>
            </a:r>
            <a:r>
              <a:rPr lang="vi-VN" sz="1050" dirty="0" err="1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folds</a:t>
            </a:r>
            <a:endParaRPr sz="1050" dirty="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cxnSp>
        <p:nvCxnSpPr>
          <p:cNvPr id="1975" name="Google Shape;1975;p45"/>
          <p:cNvCxnSpPr>
            <a:stCxn id="1967" idx="3"/>
            <a:endCxn id="1968" idx="1"/>
          </p:cNvCxnSpPr>
          <p:nvPr/>
        </p:nvCxnSpPr>
        <p:spPr>
          <a:xfrm>
            <a:off x="3515250" y="3469313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8" name="Google Shape;1978;p45"/>
          <p:cNvCxnSpPr>
            <a:stCxn id="1967" idx="2"/>
            <a:endCxn id="1971" idx="0"/>
          </p:cNvCxnSpPr>
          <p:nvPr/>
        </p:nvCxnSpPr>
        <p:spPr>
          <a:xfrm>
            <a:off x="3427050" y="3557513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9" name="Google Shape;1979;p45"/>
          <p:cNvCxnSpPr>
            <a:stCxn id="1968" idx="2"/>
            <a:endCxn id="1972" idx="0"/>
          </p:cNvCxnSpPr>
          <p:nvPr/>
        </p:nvCxnSpPr>
        <p:spPr>
          <a:xfrm>
            <a:off x="5314750" y="3557513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2" name="Google Shape;1982;p45"/>
          <p:cNvCxnSpPr>
            <a:cxnSpLocks/>
            <a:stCxn id="1953" idx="3"/>
            <a:endCxn id="1967" idx="1"/>
          </p:cNvCxnSpPr>
          <p:nvPr/>
        </p:nvCxnSpPr>
        <p:spPr>
          <a:xfrm flipH="1">
            <a:off x="3338850" y="1307075"/>
            <a:ext cx="2265300" cy="2162238"/>
          </a:xfrm>
          <a:prstGeom prst="bentConnector5">
            <a:avLst>
              <a:gd name="adj1" fmla="val -33664"/>
              <a:gd name="adj2" fmla="val 56766"/>
              <a:gd name="adj3" fmla="val 11009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1952;p45">
            <a:extLst>
              <a:ext uri="{FF2B5EF4-FFF2-40B4-BE49-F238E27FC236}">
                <a16:creationId xmlns:a16="http://schemas.microsoft.com/office/drawing/2014/main" id="{983C41A5-70D0-A89D-93A3-6D0DBC807FE2}"/>
              </a:ext>
            </a:extLst>
          </p:cNvPr>
          <p:cNvSpPr/>
          <p:nvPr/>
        </p:nvSpPr>
        <p:spPr>
          <a:xfrm>
            <a:off x="1652400" y="1218875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956;p45">
            <a:extLst>
              <a:ext uri="{FF2B5EF4-FFF2-40B4-BE49-F238E27FC236}">
                <a16:creationId xmlns:a16="http://schemas.microsoft.com/office/drawing/2014/main" id="{62D3A376-EC50-45CE-41CC-80C771E92200}"/>
              </a:ext>
            </a:extLst>
          </p:cNvPr>
          <p:cNvSpPr txBox="1"/>
          <p:nvPr/>
        </p:nvSpPr>
        <p:spPr>
          <a:xfrm flipH="1">
            <a:off x="834400" y="171975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Các mô hình tuyến tính có khả năng nắm bắt pattern cơ bản trong dữ liệu tài chính</a:t>
            </a:r>
            <a:endParaRPr sz="8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cxnSp>
        <p:nvCxnSpPr>
          <p:cNvPr id="4" name="Google Shape;1960;p45">
            <a:extLst>
              <a:ext uri="{FF2B5EF4-FFF2-40B4-BE49-F238E27FC236}">
                <a16:creationId xmlns:a16="http://schemas.microsoft.com/office/drawing/2014/main" id="{13BA6372-F1FD-E125-F0B6-4CE23C5B25C9}"/>
              </a:ext>
            </a:extLst>
          </p:cNvPr>
          <p:cNvCxnSpPr>
            <a:stCxn id="2" idx="3"/>
          </p:cNvCxnSpPr>
          <p:nvPr/>
        </p:nvCxnSpPr>
        <p:spPr>
          <a:xfrm>
            <a:off x="1828800" y="1307075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" name="Google Shape;1963;p45">
            <a:extLst>
              <a:ext uri="{FF2B5EF4-FFF2-40B4-BE49-F238E27FC236}">
                <a16:creationId xmlns:a16="http://schemas.microsoft.com/office/drawing/2014/main" id="{5301FBFE-9DEA-9146-3DF5-FD015BAB490E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1740600" y="139527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1968;p45">
            <a:extLst>
              <a:ext uri="{FF2B5EF4-FFF2-40B4-BE49-F238E27FC236}">
                <a16:creationId xmlns:a16="http://schemas.microsoft.com/office/drawing/2014/main" id="{24BC6608-4E54-3877-73E8-0901288FC1B0}"/>
              </a:ext>
            </a:extLst>
          </p:cNvPr>
          <p:cNvSpPr/>
          <p:nvPr/>
        </p:nvSpPr>
        <p:spPr>
          <a:xfrm>
            <a:off x="7114249" y="3381113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972;p45">
            <a:extLst>
              <a:ext uri="{FF2B5EF4-FFF2-40B4-BE49-F238E27FC236}">
                <a16:creationId xmlns:a16="http://schemas.microsoft.com/office/drawing/2014/main" id="{2A6831C7-93CD-4C6F-83DB-B9794365740D}"/>
              </a:ext>
            </a:extLst>
          </p:cNvPr>
          <p:cNvSpPr txBox="1"/>
          <p:nvPr/>
        </p:nvSpPr>
        <p:spPr>
          <a:xfrm flipH="1">
            <a:off x="6296249" y="3881988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Các kiến thức đa ngành có thể bổ trợ rất tốt cho việc giải quyết bài toán</a:t>
            </a:r>
            <a:endParaRPr sz="12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cxnSp>
        <p:nvCxnSpPr>
          <p:cNvPr id="10" name="Google Shape;1975;p45">
            <a:extLst>
              <a:ext uri="{FF2B5EF4-FFF2-40B4-BE49-F238E27FC236}">
                <a16:creationId xmlns:a16="http://schemas.microsoft.com/office/drawing/2014/main" id="{3AC8B2CE-679F-E3C0-C560-CA02B4196FF2}"/>
              </a:ext>
            </a:extLst>
          </p:cNvPr>
          <p:cNvCxnSpPr>
            <a:endCxn id="7" idx="1"/>
          </p:cNvCxnSpPr>
          <p:nvPr/>
        </p:nvCxnSpPr>
        <p:spPr>
          <a:xfrm>
            <a:off x="5402949" y="3469313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979;p45">
            <a:extLst>
              <a:ext uri="{FF2B5EF4-FFF2-40B4-BE49-F238E27FC236}">
                <a16:creationId xmlns:a16="http://schemas.microsoft.com/office/drawing/2014/main" id="{D297D7AB-3848-32D2-DE27-3F8B66971D8D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7202449" y="3557513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50"/>
          <p:cNvSpPr txBox="1">
            <a:spLocks noGrp="1"/>
          </p:cNvSpPr>
          <p:nvPr>
            <p:ph type="title"/>
          </p:nvPr>
        </p:nvSpPr>
        <p:spPr>
          <a:xfrm>
            <a:off x="2347988" y="1667988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039" name="Google Shape;2039;p50"/>
          <p:cNvSpPr txBox="1">
            <a:spLocks noGrp="1"/>
          </p:cNvSpPr>
          <p:nvPr>
            <p:ph type="subTitle" idx="1"/>
          </p:nvPr>
        </p:nvSpPr>
        <p:spPr>
          <a:xfrm>
            <a:off x="2347950" y="267062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Do you have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anizational Structure Project Proposal by Slidesgo">
  <a:themeElements>
    <a:clrScheme name="Simple Light">
      <a:dk1>
        <a:srgbClr val="444242"/>
      </a:dk1>
      <a:lt1>
        <a:srgbClr val="CE644C"/>
      </a:lt1>
      <a:dk2>
        <a:srgbClr val="F8F8F8"/>
      </a:dk2>
      <a:lt2>
        <a:srgbClr val="9C5644"/>
      </a:lt2>
      <a:accent1>
        <a:srgbClr val="797776"/>
      </a:accent1>
      <a:accent2>
        <a:srgbClr val="BEBEBB"/>
      </a:accent2>
      <a:accent3>
        <a:srgbClr val="E5E5E3"/>
      </a:accent3>
      <a:accent4>
        <a:srgbClr val="FFFFFF"/>
      </a:accent4>
      <a:accent5>
        <a:srgbClr val="FFFFFF"/>
      </a:accent5>
      <a:accent6>
        <a:srgbClr val="FFFFFF"/>
      </a:accent6>
      <a:hlink>
        <a:srgbClr val="444242"/>
      </a:hlink>
      <a:folHlink>
        <a:srgbClr val="0097A7"/>
      </a:folHlink>
    </a:clrScheme>
    <a:fontScheme name="Slide AIO">
      <a:majorFont>
        <a:latin typeface="Barlow"/>
        <a:ea typeface=""/>
        <a:cs typeface=""/>
      </a:majorFont>
      <a:minorFont>
        <a:latin typeface="Be Vietnam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784</Words>
  <Application>Microsoft Office PowerPoint</Application>
  <PresentationFormat>On-screen Show (16:9)</PresentationFormat>
  <Paragraphs>114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Anaheim</vt:lpstr>
      <vt:lpstr>Barlow</vt:lpstr>
      <vt:lpstr>Open Sans</vt:lpstr>
      <vt:lpstr>Nunito Light</vt:lpstr>
      <vt:lpstr>Calibri</vt:lpstr>
      <vt:lpstr>Be Vietnam Pro</vt:lpstr>
      <vt:lpstr>Hind</vt:lpstr>
      <vt:lpstr>Arial</vt:lpstr>
      <vt:lpstr>Organizational Structure Project Proposal by Slidesgo</vt:lpstr>
      <vt:lpstr>Project: Dự Báo Giá Cổ Phiếu FPT</vt:lpstr>
      <vt:lpstr>Thành viên Team</vt:lpstr>
      <vt:lpstr>Table of contents</vt:lpstr>
      <vt:lpstr>Objectives of the project</vt:lpstr>
      <vt:lpstr>Vấn đề hiện tại</vt:lpstr>
      <vt:lpstr>Mục tiêu</vt:lpstr>
      <vt:lpstr>Objectives</vt:lpstr>
      <vt:lpstr>Project Baseline</vt:lpstr>
      <vt:lpstr>Result</vt:lpstr>
      <vt:lpstr>Upgrade of the project</vt:lpstr>
      <vt:lpstr>Overview</vt:lpstr>
      <vt:lpstr>Phần 1: Pipeline thử nghiệm</vt:lpstr>
      <vt:lpstr>Result</vt:lpstr>
      <vt:lpstr>Phần 2: TimeSeries Model</vt:lpstr>
      <vt:lpstr>Phần 2: TimeSeries Model</vt:lpstr>
      <vt:lpstr>Result</vt:lpstr>
      <vt:lpstr>Phần 3: Phân tích bộ dữ liệu</vt:lpstr>
      <vt:lpstr>Phần 3: Phân tích bộ dữ liệu</vt:lpstr>
      <vt:lpstr>Phần 3: Tìm ra hướng đi tốt nhất</vt:lpstr>
      <vt:lpstr>Phần 3: Tìm ra hướng đi tốt nhất</vt:lpstr>
      <vt:lpstr>Phần 3:Optuna + PatchTST</vt:lpstr>
      <vt:lpstr>Result</vt:lpstr>
      <vt:lpstr>Kết quả Thực nghiệm </vt:lpstr>
      <vt:lpstr>Phần 4: Streamlit UI</vt:lpstr>
      <vt:lpstr>LIVE DEMO APP</vt:lpstr>
      <vt:lpstr>Các nâng cấp</vt:lpstr>
      <vt:lpstr>Conlusion</vt:lpstr>
      <vt:lpstr>Các bài học được rút ra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Khánh KDN</dc:creator>
  <cp:lastModifiedBy>VÕ HOÀNG</cp:lastModifiedBy>
  <cp:revision>2</cp:revision>
  <dcterms:modified xsi:type="dcterms:W3CDTF">2025-12-15T13:55:22Z</dcterms:modified>
</cp:coreProperties>
</file>