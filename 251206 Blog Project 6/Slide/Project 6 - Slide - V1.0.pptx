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60" r:id="rId5"/>
    <p:sldId id="259" r:id="rId6"/>
    <p:sldId id="311" r:id="rId7"/>
    <p:sldId id="261" r:id="rId8"/>
    <p:sldId id="298" r:id="rId9"/>
    <p:sldId id="322" r:id="rId10"/>
    <p:sldId id="299" r:id="rId11"/>
    <p:sldId id="300" r:id="rId12"/>
    <p:sldId id="302" r:id="rId13"/>
    <p:sldId id="303" r:id="rId14"/>
    <p:sldId id="306" r:id="rId15"/>
    <p:sldId id="309" r:id="rId16"/>
    <p:sldId id="312" r:id="rId17"/>
    <p:sldId id="270" r:id="rId18"/>
    <p:sldId id="275" r:id="rId19"/>
  </p:sldIdLst>
  <p:sldSz cx="9144000" cy="5143500" type="screen16x9"/>
  <p:notesSz cx="6858000" cy="9144000"/>
  <p:embeddedFontLst>
    <p:embeddedFont>
      <p:font typeface="Anaheim" panose="020B0604020202020204" charset="0"/>
      <p:regular r:id="rId22"/>
      <p:bold r:id="rId23"/>
    </p:embeddedFont>
    <p:embeddedFont>
      <p:font typeface="Barlow" panose="00000500000000000000" pitchFamily="2" charset="0"/>
      <p:regular r:id="rId24"/>
      <p:bold r:id="rId25"/>
      <p:italic r:id="rId26"/>
      <p:boldItalic r:id="rId27"/>
    </p:embeddedFont>
    <p:embeddedFont>
      <p:font typeface="Be Vietnam Pro" pitchFamily="2" charset="0"/>
      <p:regular r:id="rId28"/>
      <p:bold r:id="rId29"/>
      <p:italic r:id="rId30"/>
      <p:boldItalic r:id="rId31"/>
    </p:embeddedFont>
    <p:embeddedFont>
      <p:font typeface="Hind" panose="02000000000000000000" pitchFamily="2" charset="0"/>
      <p:regular r:id="rId32"/>
      <p:bold r:id="rId33"/>
    </p:embeddedFont>
    <p:embeddedFont>
      <p:font typeface="Nunito Light" pitchFamily="2" charset="0"/>
      <p:regular r:id="rId34"/>
      <p:italic r:id="rId35"/>
    </p:embeddedFont>
    <p:embeddedFont>
      <p:font typeface="Open Sans" panose="020B060603050402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64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31CF5D-E903-4447-A7F9-8753B0962078}" v="35" dt="2025-12-06T09:03:45.862"/>
  </p1510:revLst>
</p1510:revInfo>
</file>

<file path=ppt/tableStyles.xml><?xml version="1.0" encoding="utf-8"?>
<a:tblStyleLst xmlns:a="http://schemas.openxmlformats.org/drawingml/2006/main" def="{B3B65CD8-8539-42AB-ADBC-3786C9922BD9}">
  <a:tblStyle styleId="{B3B65CD8-8539-42AB-ADBC-3786C9922B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9706B2-DB7D-4CDB-9B06-D00A0379107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170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handoutMaster" Target="handoutMasters/handoutMaster1.xml"/><Relationship Id="rId34" Type="http://schemas.openxmlformats.org/officeDocument/2006/relationships/font" Target="fonts/font1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20" Type="http://schemas.openxmlformats.org/officeDocument/2006/relationships/notesMaster" Target="notesMasters/notesMaster1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ánh KDN" userId="4963d1a5c4f3c49a" providerId="LiveId" clId="{70A2B0C4-1FE9-4551-A9B6-0AD732276D23}"/>
    <pc:docChg chg="undo custSel addSld delSld modSld sldOrd">
      <pc:chgData name="Khánh KDN" userId="4963d1a5c4f3c49a" providerId="LiveId" clId="{70A2B0C4-1FE9-4551-A9B6-0AD732276D23}" dt="2025-12-06T09:03:51.747" v="5864" actId="1076"/>
      <pc:docMkLst>
        <pc:docMk/>
      </pc:docMkLst>
      <pc:sldChg chg="modSp mod">
        <pc:chgData name="Khánh KDN" userId="4963d1a5c4f3c49a" providerId="LiveId" clId="{70A2B0C4-1FE9-4551-A9B6-0AD732276D23}" dt="2025-12-06T07:05:31.804" v="2514" actId="20577"/>
        <pc:sldMkLst>
          <pc:docMk/>
          <pc:sldMk cId="0" sldId="256"/>
        </pc:sldMkLst>
        <pc:spChg chg="mod">
          <ac:chgData name="Khánh KDN" userId="4963d1a5c4f3c49a" providerId="LiveId" clId="{70A2B0C4-1FE9-4551-A9B6-0AD732276D23}" dt="2025-12-06T07:05:31.804" v="2514" actId="20577"/>
          <ac:spMkLst>
            <pc:docMk/>
            <pc:sldMk cId="0" sldId="256"/>
            <ac:spMk id="1605" creationId="{00000000-0000-0000-0000-000000000000}"/>
          </ac:spMkLst>
        </pc:spChg>
      </pc:sldChg>
      <pc:sldChg chg="modSp mod">
        <pc:chgData name="Khánh KDN" userId="4963d1a5c4f3c49a" providerId="LiveId" clId="{70A2B0C4-1FE9-4551-A9B6-0AD732276D23}" dt="2025-12-06T07:08:35.265" v="2529" actId="108"/>
        <pc:sldMkLst>
          <pc:docMk/>
          <pc:sldMk cId="0" sldId="257"/>
        </pc:sldMkLst>
        <pc:spChg chg="mod">
          <ac:chgData name="Khánh KDN" userId="4963d1a5c4f3c49a" providerId="LiveId" clId="{70A2B0C4-1FE9-4551-A9B6-0AD732276D23}" dt="2025-12-06T07:08:35.265" v="2529" actId="108"/>
          <ac:spMkLst>
            <pc:docMk/>
            <pc:sldMk cId="0" sldId="257"/>
            <ac:spMk id="1614" creationId="{00000000-0000-0000-0000-000000000000}"/>
          </ac:spMkLst>
        </pc:spChg>
      </pc:sldChg>
      <pc:sldChg chg="modSp mod">
        <pc:chgData name="Khánh KDN" userId="4963d1a5c4f3c49a" providerId="LiveId" clId="{70A2B0C4-1FE9-4551-A9B6-0AD732276D23}" dt="2025-12-06T07:22:37.303" v="3200" actId="20577"/>
        <pc:sldMkLst>
          <pc:docMk/>
          <pc:sldMk cId="0" sldId="258"/>
        </pc:sldMkLst>
        <pc:spChg chg="mod">
          <ac:chgData name="Khánh KDN" userId="4963d1a5c4f3c49a" providerId="LiveId" clId="{70A2B0C4-1FE9-4551-A9B6-0AD732276D23}" dt="2025-12-06T07:22:37.303" v="3200" actId="20577"/>
          <ac:spMkLst>
            <pc:docMk/>
            <pc:sldMk cId="0" sldId="258"/>
            <ac:spMk id="1628" creationId="{00000000-0000-0000-0000-000000000000}"/>
          </ac:spMkLst>
        </pc:spChg>
      </pc:sldChg>
      <pc:sldChg chg="modSp mod">
        <pc:chgData name="Khánh KDN" userId="4963d1a5c4f3c49a" providerId="LiveId" clId="{70A2B0C4-1FE9-4551-A9B6-0AD732276D23}" dt="2025-12-06T07:16:42.228" v="3104" actId="20577"/>
        <pc:sldMkLst>
          <pc:docMk/>
          <pc:sldMk cId="0" sldId="259"/>
        </pc:sldMkLst>
        <pc:spChg chg="mod">
          <ac:chgData name="Khánh KDN" userId="4963d1a5c4f3c49a" providerId="LiveId" clId="{70A2B0C4-1FE9-4551-A9B6-0AD732276D23}" dt="2025-12-06T07:16:42.228" v="3104" actId="20577"/>
          <ac:spMkLst>
            <pc:docMk/>
            <pc:sldMk cId="0" sldId="259"/>
            <ac:spMk id="1638" creationId="{00000000-0000-0000-0000-000000000000}"/>
          </ac:spMkLst>
        </pc:spChg>
      </pc:sldChg>
      <pc:sldChg chg="modSp mod">
        <pc:chgData name="Khánh KDN" userId="4963d1a5c4f3c49a" providerId="LiveId" clId="{70A2B0C4-1FE9-4551-A9B6-0AD732276D23}" dt="2025-12-06T07:15:02.700" v="3100" actId="20577"/>
        <pc:sldMkLst>
          <pc:docMk/>
          <pc:sldMk cId="0" sldId="261"/>
        </pc:sldMkLst>
        <pc:spChg chg="mod">
          <ac:chgData name="Khánh KDN" userId="4963d1a5c4f3c49a" providerId="LiveId" clId="{70A2B0C4-1FE9-4551-A9B6-0AD732276D23}" dt="2025-12-06T07:14:33.116" v="3028" actId="20577"/>
          <ac:spMkLst>
            <pc:docMk/>
            <pc:sldMk cId="0" sldId="261"/>
            <ac:spMk id="1759" creationId="{00000000-0000-0000-0000-000000000000}"/>
          </ac:spMkLst>
        </pc:spChg>
        <pc:spChg chg="mod">
          <ac:chgData name="Khánh KDN" userId="4963d1a5c4f3c49a" providerId="LiveId" clId="{70A2B0C4-1FE9-4551-A9B6-0AD732276D23}" dt="2025-12-06T07:15:02.700" v="3100" actId="20577"/>
          <ac:spMkLst>
            <pc:docMk/>
            <pc:sldMk cId="0" sldId="261"/>
            <ac:spMk id="1760" creationId="{00000000-0000-0000-0000-000000000000}"/>
          </ac:spMkLst>
        </pc:spChg>
      </pc:sldChg>
      <pc:sldChg chg="delSp modSp del mod">
        <pc:chgData name="Khánh KDN" userId="4963d1a5c4f3c49a" providerId="LiveId" clId="{70A2B0C4-1FE9-4551-A9B6-0AD732276D23}" dt="2025-12-06T07:27:46.722" v="3263" actId="47"/>
        <pc:sldMkLst>
          <pc:docMk/>
          <pc:sldMk cId="0" sldId="267"/>
        </pc:sldMkLst>
        <pc:spChg chg="del mod">
          <ac:chgData name="Khánh KDN" userId="4963d1a5c4f3c49a" providerId="LiveId" clId="{70A2B0C4-1FE9-4551-A9B6-0AD732276D23}" dt="2025-12-06T07:17:22.321" v="3106" actId="478"/>
          <ac:spMkLst>
            <pc:docMk/>
            <pc:sldMk cId="0" sldId="267"/>
            <ac:spMk id="2" creationId="{69D0E969-1147-A97F-2E33-2756C4AB3722}"/>
          </ac:spMkLst>
        </pc:spChg>
        <pc:spChg chg="mod">
          <ac:chgData name="Khánh KDN" userId="4963d1a5c4f3c49a" providerId="LiveId" clId="{70A2B0C4-1FE9-4551-A9B6-0AD732276D23}" dt="2025-12-06T07:24:46.777" v="3221" actId="20577"/>
          <ac:spMkLst>
            <pc:docMk/>
            <pc:sldMk cId="0" sldId="267"/>
            <ac:spMk id="1924" creationId="{00000000-0000-0000-0000-000000000000}"/>
          </ac:spMkLst>
        </pc:spChg>
        <pc:spChg chg="mod">
          <ac:chgData name="Khánh KDN" userId="4963d1a5c4f3c49a" providerId="LiveId" clId="{70A2B0C4-1FE9-4551-A9B6-0AD732276D23}" dt="2025-12-06T07:21:46.446" v="3145" actId="20577"/>
          <ac:spMkLst>
            <pc:docMk/>
            <pc:sldMk cId="0" sldId="267"/>
            <ac:spMk id="1925" creationId="{00000000-0000-0000-0000-000000000000}"/>
          </ac:spMkLst>
        </pc:spChg>
        <pc:spChg chg="mod">
          <ac:chgData name="Khánh KDN" userId="4963d1a5c4f3c49a" providerId="LiveId" clId="{70A2B0C4-1FE9-4551-A9B6-0AD732276D23}" dt="2025-12-06T07:27:19.840" v="3261" actId="20577"/>
          <ac:spMkLst>
            <pc:docMk/>
            <pc:sldMk cId="0" sldId="267"/>
            <ac:spMk id="1927" creationId="{00000000-0000-0000-0000-000000000000}"/>
          </ac:spMkLst>
        </pc:spChg>
      </pc:sldChg>
      <pc:sldChg chg="delSp modSp mod">
        <pc:chgData name="Khánh KDN" userId="4963d1a5c4f3c49a" providerId="LiveId" clId="{70A2B0C4-1FE9-4551-A9B6-0AD732276D23}" dt="2025-12-06T09:00:00.097" v="5838" actId="20577"/>
        <pc:sldMkLst>
          <pc:docMk/>
          <pc:sldMk cId="0" sldId="270"/>
        </pc:sldMkLst>
        <pc:spChg chg="mod">
          <ac:chgData name="Khánh KDN" userId="4963d1a5c4f3c49a" providerId="LiveId" clId="{70A2B0C4-1FE9-4551-A9B6-0AD732276D23}" dt="2025-12-06T08:51:38.329" v="5438" actId="20577"/>
          <ac:spMkLst>
            <pc:docMk/>
            <pc:sldMk cId="0" sldId="270"/>
            <ac:spMk id="3" creationId="{62D3A376-EC50-45CE-41CC-80C771E92200}"/>
          </ac:spMkLst>
        </pc:spChg>
        <pc:spChg chg="del">
          <ac:chgData name="Khánh KDN" userId="4963d1a5c4f3c49a" providerId="LiveId" clId="{70A2B0C4-1FE9-4551-A9B6-0AD732276D23}" dt="2025-12-06T08:52:52.333" v="5442" actId="478"/>
          <ac:spMkLst>
            <pc:docMk/>
            <pc:sldMk cId="0" sldId="270"/>
            <ac:spMk id="8" creationId="{2477BA17-E9C0-1E8C-C388-9E6BA358B121}"/>
          </ac:spMkLst>
        </pc:spChg>
        <pc:spChg chg="mod">
          <ac:chgData name="Khánh KDN" userId="4963d1a5c4f3c49a" providerId="LiveId" clId="{70A2B0C4-1FE9-4551-A9B6-0AD732276D23}" dt="2025-12-06T09:00:00.097" v="5838" actId="20577"/>
          <ac:spMkLst>
            <pc:docMk/>
            <pc:sldMk cId="0" sldId="270"/>
            <ac:spMk id="9" creationId="{2A6831C7-93CD-4C6F-83DB-B9794365740D}"/>
          </ac:spMkLst>
        </pc:spChg>
        <pc:spChg chg="mod">
          <ac:chgData name="Khánh KDN" userId="4963d1a5c4f3c49a" providerId="LiveId" clId="{70A2B0C4-1FE9-4551-A9B6-0AD732276D23}" dt="2025-12-06T08:53:41.203" v="5505" actId="20577"/>
          <ac:spMkLst>
            <pc:docMk/>
            <pc:sldMk cId="0" sldId="270"/>
            <ac:spMk id="1951" creationId="{00000000-0000-0000-0000-000000000000}"/>
          </ac:spMkLst>
        </pc:spChg>
        <pc:spChg chg="mod">
          <ac:chgData name="Khánh KDN" userId="4963d1a5c4f3c49a" providerId="LiveId" clId="{70A2B0C4-1FE9-4551-A9B6-0AD732276D23}" dt="2025-12-06T08:53:30.583" v="5444"/>
          <ac:spMkLst>
            <pc:docMk/>
            <pc:sldMk cId="0" sldId="270"/>
            <ac:spMk id="1956" creationId="{00000000-0000-0000-0000-000000000000}"/>
          </ac:spMkLst>
        </pc:spChg>
        <pc:spChg chg="mod">
          <ac:chgData name="Khánh KDN" userId="4963d1a5c4f3c49a" providerId="LiveId" clId="{70A2B0C4-1FE9-4551-A9B6-0AD732276D23}" dt="2025-12-06T08:52:28.565" v="5441"/>
          <ac:spMkLst>
            <pc:docMk/>
            <pc:sldMk cId="0" sldId="270"/>
            <ac:spMk id="1957" creationId="{00000000-0000-0000-0000-000000000000}"/>
          </ac:spMkLst>
        </pc:spChg>
        <pc:spChg chg="mod">
          <ac:chgData name="Khánh KDN" userId="4963d1a5c4f3c49a" providerId="LiveId" clId="{70A2B0C4-1FE9-4551-A9B6-0AD732276D23}" dt="2025-12-06T08:53:04.381" v="5443"/>
          <ac:spMkLst>
            <pc:docMk/>
            <pc:sldMk cId="0" sldId="270"/>
            <ac:spMk id="1971" creationId="{00000000-0000-0000-0000-000000000000}"/>
          </ac:spMkLst>
        </pc:spChg>
        <pc:spChg chg="mod">
          <ac:chgData name="Khánh KDN" userId="4963d1a5c4f3c49a" providerId="LiveId" clId="{70A2B0C4-1FE9-4551-A9B6-0AD732276D23}" dt="2025-12-06T08:54:35.334" v="5506"/>
          <ac:spMkLst>
            <pc:docMk/>
            <pc:sldMk cId="0" sldId="270"/>
            <ac:spMk id="1972" creationId="{00000000-0000-0000-0000-000000000000}"/>
          </ac:spMkLst>
        </pc:spChg>
      </pc:sldChg>
      <pc:sldChg chg="addSp delSp modSp mod">
        <pc:chgData name="Khánh KDN" userId="4963d1a5c4f3c49a" providerId="LiveId" clId="{70A2B0C4-1FE9-4551-A9B6-0AD732276D23}" dt="2025-12-06T09:03:51.747" v="5864" actId="1076"/>
        <pc:sldMkLst>
          <pc:docMk/>
          <pc:sldMk cId="11230666" sldId="300"/>
        </pc:sldMkLst>
        <pc:spChg chg="del">
          <ac:chgData name="Khánh KDN" userId="4963d1a5c4f3c49a" providerId="LiveId" clId="{70A2B0C4-1FE9-4551-A9B6-0AD732276D23}" dt="2025-12-06T09:03:18.462" v="5857" actId="478"/>
          <ac:spMkLst>
            <pc:docMk/>
            <pc:sldMk cId="11230666" sldId="300"/>
            <ac:spMk id="13" creationId="{09CEEBE9-E10B-61D3-E326-D91C63092829}"/>
          </ac:spMkLst>
        </pc:spChg>
        <pc:spChg chg="mod">
          <ac:chgData name="Khánh KDN" userId="4963d1a5c4f3c49a" providerId="LiveId" clId="{70A2B0C4-1FE9-4551-A9B6-0AD732276D23}" dt="2025-12-06T08:58:02.112" v="5546" actId="1076"/>
          <ac:spMkLst>
            <pc:docMk/>
            <pc:sldMk cId="11230666" sldId="300"/>
            <ac:spMk id="18" creationId="{F3F68624-5BE3-F792-FB24-FF9930CDA3D9}"/>
          </ac:spMkLst>
        </pc:spChg>
        <pc:spChg chg="mod">
          <ac:chgData name="Khánh KDN" userId="4963d1a5c4f3c49a" providerId="LiveId" clId="{70A2B0C4-1FE9-4551-A9B6-0AD732276D23}" dt="2025-12-06T09:02:55.317" v="5855" actId="207"/>
          <ac:spMkLst>
            <pc:docMk/>
            <pc:sldMk cId="11230666" sldId="300"/>
            <ac:spMk id="20" creationId="{35B54BBC-8326-49D6-9AE8-13103889E3B6}"/>
          </ac:spMkLst>
        </pc:spChg>
        <pc:spChg chg="mod">
          <ac:chgData name="Khánh KDN" userId="4963d1a5c4f3c49a" providerId="LiveId" clId="{70A2B0C4-1FE9-4551-A9B6-0AD732276D23}" dt="2025-12-06T09:02:55.317" v="5855" actId="207"/>
          <ac:spMkLst>
            <pc:docMk/>
            <pc:sldMk cId="11230666" sldId="300"/>
            <ac:spMk id="21" creationId="{E58EC4DC-ABB7-BA83-4026-EE64C1E1D270}"/>
          </ac:spMkLst>
        </pc:spChg>
        <pc:spChg chg="mod">
          <ac:chgData name="Khánh KDN" userId="4963d1a5c4f3c49a" providerId="LiveId" clId="{70A2B0C4-1FE9-4551-A9B6-0AD732276D23}" dt="2025-12-06T09:02:55.317" v="5855" actId="207"/>
          <ac:spMkLst>
            <pc:docMk/>
            <pc:sldMk cId="11230666" sldId="300"/>
            <ac:spMk id="22" creationId="{6C7D57BB-D584-8840-4BAB-EA835CA2DAC3}"/>
          </ac:spMkLst>
        </pc:spChg>
        <pc:spChg chg="mod">
          <ac:chgData name="Khánh KDN" userId="4963d1a5c4f3c49a" providerId="LiveId" clId="{70A2B0C4-1FE9-4551-A9B6-0AD732276D23}" dt="2025-12-06T09:02:55.317" v="5855" actId="207"/>
          <ac:spMkLst>
            <pc:docMk/>
            <pc:sldMk cId="11230666" sldId="300"/>
            <ac:spMk id="23" creationId="{243D639B-6140-C40A-B801-210DCCFE223A}"/>
          </ac:spMkLst>
        </pc:spChg>
        <pc:spChg chg="mod">
          <ac:chgData name="Khánh KDN" userId="4963d1a5c4f3c49a" providerId="LiveId" clId="{70A2B0C4-1FE9-4551-A9B6-0AD732276D23}" dt="2025-12-06T09:02:55.317" v="5855" actId="207"/>
          <ac:spMkLst>
            <pc:docMk/>
            <pc:sldMk cId="11230666" sldId="300"/>
            <ac:spMk id="24" creationId="{90EFD59C-8062-D9F7-B3B0-32C830E0C7D7}"/>
          </ac:spMkLst>
        </pc:spChg>
        <pc:spChg chg="mod">
          <ac:chgData name="Khánh KDN" userId="4963d1a5c4f3c49a" providerId="LiveId" clId="{70A2B0C4-1FE9-4551-A9B6-0AD732276D23}" dt="2025-12-06T09:02:55.317" v="5855" actId="207"/>
          <ac:spMkLst>
            <pc:docMk/>
            <pc:sldMk cId="11230666" sldId="300"/>
            <ac:spMk id="25" creationId="{05F764C6-25F3-32E2-1E28-1BC7F99D96E7}"/>
          </ac:spMkLst>
        </pc:spChg>
        <pc:spChg chg="mod">
          <ac:chgData name="Khánh KDN" userId="4963d1a5c4f3c49a" providerId="LiveId" clId="{70A2B0C4-1FE9-4551-A9B6-0AD732276D23}" dt="2025-12-06T09:03:21.045" v="5859" actId="207"/>
          <ac:spMkLst>
            <pc:docMk/>
            <pc:sldMk cId="11230666" sldId="300"/>
            <ac:spMk id="27" creationId="{FDC77687-9F6F-97D5-0882-395688E636F4}"/>
          </ac:spMkLst>
        </pc:spChg>
        <pc:spChg chg="mod">
          <ac:chgData name="Khánh KDN" userId="4963d1a5c4f3c49a" providerId="LiveId" clId="{70A2B0C4-1FE9-4551-A9B6-0AD732276D23}" dt="2025-12-06T09:03:21.045" v="5859" actId="207"/>
          <ac:spMkLst>
            <pc:docMk/>
            <pc:sldMk cId="11230666" sldId="300"/>
            <ac:spMk id="28" creationId="{90E7AB4A-1CEB-4484-120E-6096FE2EDB2C}"/>
          </ac:spMkLst>
        </pc:spChg>
        <pc:spChg chg="mod">
          <ac:chgData name="Khánh KDN" userId="4963d1a5c4f3c49a" providerId="LiveId" clId="{70A2B0C4-1FE9-4551-A9B6-0AD732276D23}" dt="2025-12-06T09:03:47.374" v="5863" actId="207"/>
          <ac:spMkLst>
            <pc:docMk/>
            <pc:sldMk cId="11230666" sldId="300"/>
            <ac:spMk id="30" creationId="{8EF92E70-BE41-07B3-82C3-039A0BBF784D}"/>
          </ac:spMkLst>
        </pc:spChg>
        <pc:spChg chg="mod">
          <ac:chgData name="Khánh KDN" userId="4963d1a5c4f3c49a" providerId="LiveId" clId="{70A2B0C4-1FE9-4551-A9B6-0AD732276D23}" dt="2025-12-06T09:03:47.374" v="5863" actId="207"/>
          <ac:spMkLst>
            <pc:docMk/>
            <pc:sldMk cId="11230666" sldId="300"/>
            <ac:spMk id="31" creationId="{9DD95BA7-B7FA-C55C-CA74-2F00D70BF2F6}"/>
          </ac:spMkLst>
        </pc:spChg>
        <pc:spChg chg="mod">
          <ac:chgData name="Khánh KDN" userId="4963d1a5c4f3c49a" providerId="LiveId" clId="{70A2B0C4-1FE9-4551-A9B6-0AD732276D23}" dt="2025-12-06T08:47:58.825" v="5167" actId="20577"/>
          <ac:spMkLst>
            <pc:docMk/>
            <pc:sldMk cId="11230666" sldId="300"/>
            <ac:spMk id="1822" creationId="{CF63FEF7-6F3B-1DE8-BF2E-0150A63BA142}"/>
          </ac:spMkLst>
        </pc:spChg>
        <pc:spChg chg="mod">
          <ac:chgData name="Khánh KDN" userId="4963d1a5c4f3c49a" providerId="LiveId" clId="{70A2B0C4-1FE9-4551-A9B6-0AD732276D23}" dt="2025-12-06T08:48:40.422" v="5297" actId="20577"/>
          <ac:spMkLst>
            <pc:docMk/>
            <pc:sldMk cId="11230666" sldId="300"/>
            <ac:spMk id="1823" creationId="{5CFCB29A-BCE2-CE83-DEED-BEB14A95A7FD}"/>
          </ac:spMkLst>
        </pc:spChg>
        <pc:spChg chg="mod">
          <ac:chgData name="Khánh KDN" userId="4963d1a5c4f3c49a" providerId="LiveId" clId="{70A2B0C4-1FE9-4551-A9B6-0AD732276D23}" dt="2025-12-06T08:50:06.058" v="5435" actId="20577"/>
          <ac:spMkLst>
            <pc:docMk/>
            <pc:sldMk cId="11230666" sldId="300"/>
            <ac:spMk id="1824" creationId="{8D4D3A7C-11CE-71DA-1445-EE10AB4E6DA0}"/>
          </ac:spMkLst>
        </pc:spChg>
        <pc:spChg chg="mod">
          <ac:chgData name="Khánh KDN" userId="4963d1a5c4f3c49a" providerId="LiveId" clId="{70A2B0C4-1FE9-4551-A9B6-0AD732276D23}" dt="2025-12-06T08:55:23.692" v="5543" actId="20577"/>
          <ac:spMkLst>
            <pc:docMk/>
            <pc:sldMk cId="11230666" sldId="300"/>
            <ac:spMk id="1826" creationId="{A7C60F7D-7722-332B-A331-453DDFF0AC71}"/>
          </ac:spMkLst>
        </pc:spChg>
        <pc:spChg chg="mod">
          <ac:chgData name="Khánh KDN" userId="4963d1a5c4f3c49a" providerId="LiveId" clId="{70A2B0C4-1FE9-4551-A9B6-0AD732276D23}" dt="2025-12-06T08:39:24.440" v="4549"/>
          <ac:spMkLst>
            <pc:docMk/>
            <pc:sldMk cId="11230666" sldId="300"/>
            <ac:spMk id="1827" creationId="{02F16EBC-6711-3D98-A807-3A638A24A375}"/>
          </ac:spMkLst>
        </pc:spChg>
        <pc:spChg chg="mod">
          <ac:chgData name="Khánh KDN" userId="4963d1a5c4f3c49a" providerId="LiveId" clId="{70A2B0C4-1FE9-4551-A9B6-0AD732276D23}" dt="2025-12-06T08:44:30.723" v="4811" actId="1076"/>
          <ac:spMkLst>
            <pc:docMk/>
            <pc:sldMk cId="11230666" sldId="300"/>
            <ac:spMk id="1828" creationId="{DF607C6D-D946-5C88-0CCE-E0E1F832037B}"/>
          </ac:spMkLst>
        </pc:spChg>
        <pc:spChg chg="mod">
          <ac:chgData name="Khánh KDN" userId="4963d1a5c4f3c49a" providerId="LiveId" clId="{70A2B0C4-1FE9-4551-A9B6-0AD732276D23}" dt="2025-12-06T08:48:19.592" v="5173" actId="20577"/>
          <ac:spMkLst>
            <pc:docMk/>
            <pc:sldMk cId="11230666" sldId="300"/>
            <ac:spMk id="1829" creationId="{3AD37EBE-D36B-319D-0250-187E22E7AE13}"/>
          </ac:spMkLst>
        </pc:spChg>
        <pc:spChg chg="mod">
          <ac:chgData name="Khánh KDN" userId="4963d1a5c4f3c49a" providerId="LiveId" clId="{70A2B0C4-1FE9-4551-A9B6-0AD732276D23}" dt="2025-12-06T08:40:31.387" v="4571" actId="1076"/>
          <ac:spMkLst>
            <pc:docMk/>
            <pc:sldMk cId="11230666" sldId="300"/>
            <ac:spMk id="1831" creationId="{805373F7-CD95-6AA1-BCF5-D0E33B0EF2FD}"/>
          </ac:spMkLst>
        </pc:spChg>
        <pc:grpChg chg="del mod">
          <ac:chgData name="Khánh KDN" userId="4963d1a5c4f3c49a" providerId="LiveId" clId="{70A2B0C4-1FE9-4551-A9B6-0AD732276D23}" dt="2025-12-06T09:03:44.678" v="5861" actId="478"/>
          <ac:grpSpMkLst>
            <pc:docMk/>
            <pc:sldMk cId="11230666" sldId="300"/>
            <ac:grpSpMk id="2" creationId="{47338DE5-A86F-F0E4-E2FF-3A094F6ADAA8}"/>
          </ac:grpSpMkLst>
        </pc:grpChg>
        <pc:grpChg chg="del">
          <ac:chgData name="Khánh KDN" userId="4963d1a5c4f3c49a" providerId="LiveId" clId="{70A2B0C4-1FE9-4551-A9B6-0AD732276D23}" dt="2025-12-06T09:02:52.106" v="5853" actId="478"/>
          <ac:grpSpMkLst>
            <pc:docMk/>
            <pc:sldMk cId="11230666" sldId="300"/>
            <ac:grpSpMk id="9" creationId="{2FE67275-2826-9991-BC4D-2423AFB001CE}"/>
          </ac:grpSpMkLst>
        </pc:grpChg>
        <pc:grpChg chg="add mod">
          <ac:chgData name="Khánh KDN" userId="4963d1a5c4f3c49a" providerId="LiveId" clId="{70A2B0C4-1FE9-4551-A9B6-0AD732276D23}" dt="2025-12-06T09:03:03.151" v="5856" actId="1076"/>
          <ac:grpSpMkLst>
            <pc:docMk/>
            <pc:sldMk cId="11230666" sldId="300"/>
            <ac:grpSpMk id="19" creationId="{1A7E57B9-D5B5-3665-1CF2-B8CD74A6B4BC}"/>
          </ac:grpSpMkLst>
        </pc:grpChg>
        <pc:grpChg chg="add mod">
          <ac:chgData name="Khánh KDN" userId="4963d1a5c4f3c49a" providerId="LiveId" clId="{70A2B0C4-1FE9-4551-A9B6-0AD732276D23}" dt="2025-12-06T09:03:27.151" v="5860" actId="1076"/>
          <ac:grpSpMkLst>
            <pc:docMk/>
            <pc:sldMk cId="11230666" sldId="300"/>
            <ac:grpSpMk id="26" creationId="{7A84FE93-015E-4A39-540D-B66C2900B71F}"/>
          </ac:grpSpMkLst>
        </pc:grpChg>
        <pc:grpChg chg="add mod">
          <ac:chgData name="Khánh KDN" userId="4963d1a5c4f3c49a" providerId="LiveId" clId="{70A2B0C4-1FE9-4551-A9B6-0AD732276D23}" dt="2025-12-06T09:03:51.747" v="5864" actId="1076"/>
          <ac:grpSpMkLst>
            <pc:docMk/>
            <pc:sldMk cId="11230666" sldId="300"/>
            <ac:grpSpMk id="29" creationId="{6A0EF45A-1FF1-002A-4C9F-C19F5102282D}"/>
          </ac:grpSpMkLst>
        </pc:grpChg>
      </pc:sldChg>
      <pc:sldChg chg="addSp delSp modSp mod">
        <pc:chgData name="Khánh KDN" userId="4963d1a5c4f3c49a" providerId="LiveId" clId="{70A2B0C4-1FE9-4551-A9B6-0AD732276D23}" dt="2025-12-06T08:03:19.578" v="4372" actId="113"/>
        <pc:sldMkLst>
          <pc:docMk/>
          <pc:sldMk cId="3655928360" sldId="303"/>
        </pc:sldMkLst>
        <pc:spChg chg="mod">
          <ac:chgData name="Khánh KDN" userId="4963d1a5c4f3c49a" providerId="LiveId" clId="{70A2B0C4-1FE9-4551-A9B6-0AD732276D23}" dt="2025-12-06T07:41:48.441" v="3430" actId="20577"/>
          <ac:spMkLst>
            <pc:docMk/>
            <pc:sldMk cId="3655928360" sldId="303"/>
            <ac:spMk id="1993" creationId="{BDB14BB4-34F7-05EC-520B-F1382B871335}"/>
          </ac:spMkLst>
        </pc:spChg>
        <pc:spChg chg="mod">
          <ac:chgData name="Khánh KDN" userId="4963d1a5c4f3c49a" providerId="LiveId" clId="{70A2B0C4-1FE9-4551-A9B6-0AD732276D23}" dt="2025-12-06T08:03:19.578" v="4372" actId="113"/>
          <ac:spMkLst>
            <pc:docMk/>
            <pc:sldMk cId="3655928360" sldId="303"/>
            <ac:spMk id="1994" creationId="{BCF7B0A3-F249-3C34-918F-A5EE87C143B7}"/>
          </ac:spMkLst>
        </pc:spChg>
        <pc:picChg chg="add del mod">
          <ac:chgData name="Khánh KDN" userId="4963d1a5c4f3c49a" providerId="LiveId" clId="{70A2B0C4-1FE9-4551-A9B6-0AD732276D23}" dt="2025-12-06T07:56:54.737" v="3492" actId="1076"/>
          <ac:picMkLst>
            <pc:docMk/>
            <pc:sldMk cId="3655928360" sldId="303"/>
            <ac:picMk id="3" creationId="{A8AA550B-DE6E-6CA9-1CE3-A1E5F9DCCEFB}"/>
          </ac:picMkLst>
        </pc:picChg>
      </pc:sldChg>
      <pc:sldChg chg="modSp mod ord">
        <pc:chgData name="Khánh KDN" userId="4963d1a5c4f3c49a" providerId="LiveId" clId="{70A2B0C4-1FE9-4551-A9B6-0AD732276D23}" dt="2025-12-06T07:41:37.377" v="3403"/>
        <pc:sldMkLst>
          <pc:docMk/>
          <pc:sldMk cId="1263587659" sldId="306"/>
        </pc:sldMkLst>
        <pc:spChg chg="mod">
          <ac:chgData name="Khánh KDN" userId="4963d1a5c4f3c49a" providerId="LiveId" clId="{70A2B0C4-1FE9-4551-A9B6-0AD732276D23}" dt="2025-12-06T07:39:17.056" v="3390" actId="6549"/>
          <ac:spMkLst>
            <pc:docMk/>
            <pc:sldMk cId="1263587659" sldId="306"/>
            <ac:spMk id="3" creationId="{B60E0BEC-4ECE-17B5-FFBB-A60A8C12034B}"/>
          </ac:spMkLst>
        </pc:spChg>
        <pc:picChg chg="mod modCrop">
          <ac:chgData name="Khánh KDN" userId="4963d1a5c4f3c49a" providerId="LiveId" clId="{70A2B0C4-1FE9-4551-A9B6-0AD732276D23}" dt="2025-12-06T07:41:13.317" v="3401" actId="14826"/>
          <ac:picMkLst>
            <pc:docMk/>
            <pc:sldMk cId="1263587659" sldId="306"/>
            <ac:picMk id="9" creationId="{0602A83C-E0A3-C29C-EA27-8FEA96595FC8}"/>
          </ac:picMkLst>
        </pc:picChg>
      </pc:sldChg>
      <pc:sldChg chg="modSp mod">
        <pc:chgData name="Khánh KDN" userId="4963d1a5c4f3c49a" providerId="LiveId" clId="{70A2B0C4-1FE9-4551-A9B6-0AD732276D23}" dt="2025-12-06T08:03:45.360" v="4387" actId="20577"/>
        <pc:sldMkLst>
          <pc:docMk/>
          <pc:sldMk cId="3463120868" sldId="309"/>
        </pc:sldMkLst>
        <pc:spChg chg="mod">
          <ac:chgData name="Khánh KDN" userId="4963d1a5c4f3c49a" providerId="LiveId" clId="{70A2B0C4-1FE9-4551-A9B6-0AD732276D23}" dt="2025-12-06T08:03:45.360" v="4387" actId="20577"/>
          <ac:spMkLst>
            <pc:docMk/>
            <pc:sldMk cId="3463120868" sldId="309"/>
            <ac:spMk id="1644" creationId="{4340D571-C4CC-DB7C-35CC-3A2A40775ACA}"/>
          </ac:spMkLst>
        </pc:spChg>
      </pc:sldChg>
      <pc:sldChg chg="modSp mod">
        <pc:chgData name="Khánh KDN" userId="4963d1a5c4f3c49a" providerId="LiveId" clId="{70A2B0C4-1FE9-4551-A9B6-0AD732276D23}" dt="2025-12-06T07:14:44.979" v="3030" actId="20577"/>
        <pc:sldMkLst>
          <pc:docMk/>
          <pc:sldMk cId="3441838014" sldId="311"/>
        </pc:sldMkLst>
        <pc:spChg chg="mod">
          <ac:chgData name="Khánh KDN" userId="4963d1a5c4f3c49a" providerId="LiveId" clId="{70A2B0C4-1FE9-4551-A9B6-0AD732276D23}" dt="2025-12-06T07:09:35.422" v="2534" actId="20577"/>
          <ac:spMkLst>
            <pc:docMk/>
            <pc:sldMk cId="3441838014" sldId="311"/>
            <ac:spMk id="1637" creationId="{CA080D63-33EA-3050-1517-AFE2E54C47DF}"/>
          </ac:spMkLst>
        </pc:spChg>
        <pc:spChg chg="mod">
          <ac:chgData name="Khánh KDN" userId="4963d1a5c4f3c49a" providerId="LiveId" clId="{70A2B0C4-1FE9-4551-A9B6-0AD732276D23}" dt="2025-12-06T07:14:44.979" v="3030" actId="20577"/>
          <ac:spMkLst>
            <pc:docMk/>
            <pc:sldMk cId="3441838014" sldId="311"/>
            <ac:spMk id="1638" creationId="{B570701B-570E-63C7-5369-ABB848E54412}"/>
          </ac:spMkLst>
        </pc:spChg>
      </pc:sldChg>
      <pc:sldChg chg="del">
        <pc:chgData name="Khánh KDN" userId="4963d1a5c4f3c49a" providerId="LiveId" clId="{70A2B0C4-1FE9-4551-A9B6-0AD732276D23}" dt="2025-12-06T08:45:00.763" v="4813" actId="47"/>
        <pc:sldMkLst>
          <pc:docMk/>
          <pc:sldMk cId="3744680049" sldId="313"/>
        </pc:sldMkLst>
      </pc:sldChg>
      <pc:sldChg chg="delSp del mod">
        <pc:chgData name="Khánh KDN" userId="4963d1a5c4f3c49a" providerId="LiveId" clId="{70A2B0C4-1FE9-4551-A9B6-0AD732276D23}" dt="2025-12-06T07:24:34.650" v="3201" actId="2696"/>
        <pc:sldMkLst>
          <pc:docMk/>
          <pc:sldMk cId="3353857557" sldId="321"/>
        </pc:sldMkLst>
        <pc:spChg chg="del">
          <ac:chgData name="Khánh KDN" userId="4963d1a5c4f3c49a" providerId="LiveId" clId="{70A2B0C4-1FE9-4551-A9B6-0AD732276D23}" dt="2025-12-06T07:17:32.444" v="3107" actId="478"/>
          <ac:spMkLst>
            <pc:docMk/>
            <pc:sldMk cId="3353857557" sldId="321"/>
            <ac:spMk id="2" creationId="{9F431D24-A212-CCB6-0F59-7EBB3FE18B4D}"/>
          </ac:spMkLst>
        </pc:spChg>
        <pc:spChg chg="del">
          <ac:chgData name="Khánh KDN" userId="4963d1a5c4f3c49a" providerId="LiveId" clId="{70A2B0C4-1FE9-4551-A9B6-0AD732276D23}" dt="2025-12-06T07:17:34.135" v="3108" actId="478"/>
          <ac:spMkLst>
            <pc:docMk/>
            <pc:sldMk cId="3353857557" sldId="321"/>
            <ac:spMk id="5" creationId="{E7550D16-2DF2-E63F-3221-EE13473DB648}"/>
          </ac:spMkLst>
        </pc:spChg>
      </pc:sldChg>
      <pc:sldChg chg="addSp delSp modSp mod">
        <pc:chgData name="Khánh KDN" userId="4963d1a5c4f3c49a" providerId="LiveId" clId="{70A2B0C4-1FE9-4551-A9B6-0AD732276D23}" dt="2025-12-06T09:02:00.738" v="5852" actId="1076"/>
        <pc:sldMkLst>
          <pc:docMk/>
          <pc:sldMk cId="616626979" sldId="322"/>
        </pc:sldMkLst>
        <pc:spChg chg="add del mod">
          <ac:chgData name="Khánh KDN" userId="4963d1a5c4f3c49a" providerId="LiveId" clId="{70A2B0C4-1FE9-4551-A9B6-0AD732276D23}" dt="2025-12-06T09:01:02.412" v="5844" actId="478"/>
          <ac:spMkLst>
            <pc:docMk/>
            <pc:sldMk cId="616626979" sldId="322"/>
            <ac:spMk id="2" creationId="{87661856-A83D-6E33-5339-5504779FD44F}"/>
          </ac:spMkLst>
        </pc:spChg>
        <pc:spChg chg="add mod">
          <ac:chgData name="Khánh KDN" userId="4963d1a5c4f3c49a" providerId="LiveId" clId="{70A2B0C4-1FE9-4551-A9B6-0AD732276D23}" dt="2025-12-06T07:35:58.473" v="3288"/>
          <ac:spMkLst>
            <pc:docMk/>
            <pc:sldMk cId="616626979" sldId="322"/>
            <ac:spMk id="31" creationId="{0654E090-201A-BA30-F723-D72A515F7DDC}"/>
          </ac:spMkLst>
        </pc:spChg>
        <pc:spChg chg="add mod">
          <ac:chgData name="Khánh KDN" userId="4963d1a5c4f3c49a" providerId="LiveId" clId="{70A2B0C4-1FE9-4551-A9B6-0AD732276D23}" dt="2025-12-06T07:35:38.900" v="3287" actId="20577"/>
          <ac:spMkLst>
            <pc:docMk/>
            <pc:sldMk cId="616626979" sldId="322"/>
            <ac:spMk id="32" creationId="{86A6A23C-ED54-76F6-EA88-4A96399A09CC}"/>
          </ac:spMkLst>
        </pc:spChg>
        <pc:spChg chg="add mod">
          <ac:chgData name="Khánh KDN" userId="4963d1a5c4f3c49a" providerId="LiveId" clId="{70A2B0C4-1FE9-4551-A9B6-0AD732276D23}" dt="2025-12-06T07:35:32.939" v="3282" actId="1076"/>
          <ac:spMkLst>
            <pc:docMk/>
            <pc:sldMk cId="616626979" sldId="322"/>
            <ac:spMk id="33" creationId="{A46FE675-27B4-C529-A886-4564D43BD5DB}"/>
          </ac:spMkLst>
        </pc:spChg>
        <pc:spChg chg="add mod">
          <ac:chgData name="Khánh KDN" userId="4963d1a5c4f3c49a" providerId="LiveId" clId="{70A2B0C4-1FE9-4551-A9B6-0AD732276D23}" dt="2025-12-06T09:01:08.964" v="5845" actId="1076"/>
          <ac:spMkLst>
            <pc:docMk/>
            <pc:sldMk cId="616626979" sldId="322"/>
            <ac:spMk id="34" creationId="{AFA3CDD5-C00A-CDA6-03C6-4BE3901C5032}"/>
          </ac:spMkLst>
        </pc:spChg>
        <pc:spChg chg="mod">
          <ac:chgData name="Khánh KDN" userId="4963d1a5c4f3c49a" providerId="LiveId" clId="{70A2B0C4-1FE9-4551-A9B6-0AD732276D23}" dt="2025-12-06T09:01:54.603" v="5851" actId="207"/>
          <ac:spMkLst>
            <pc:docMk/>
            <pc:sldMk cId="616626979" sldId="322"/>
            <ac:spMk id="36" creationId="{93D97738-FEE9-5474-D8C6-411FB6B5F39A}"/>
          </ac:spMkLst>
        </pc:spChg>
        <pc:spChg chg="mod">
          <ac:chgData name="Khánh KDN" userId="4963d1a5c4f3c49a" providerId="LiveId" clId="{70A2B0C4-1FE9-4551-A9B6-0AD732276D23}" dt="2025-12-06T09:01:54.603" v="5851" actId="207"/>
          <ac:spMkLst>
            <pc:docMk/>
            <pc:sldMk cId="616626979" sldId="322"/>
            <ac:spMk id="37" creationId="{27D4BB2D-AECB-4A49-F739-FD891556AEE1}"/>
          </ac:spMkLst>
        </pc:spChg>
        <pc:spChg chg="mod">
          <ac:chgData name="Khánh KDN" userId="4963d1a5c4f3c49a" providerId="LiveId" clId="{70A2B0C4-1FE9-4551-A9B6-0AD732276D23}" dt="2025-12-06T09:01:54.603" v="5851" actId="207"/>
          <ac:spMkLst>
            <pc:docMk/>
            <pc:sldMk cId="616626979" sldId="322"/>
            <ac:spMk id="38" creationId="{BB3C42EB-6AC6-5752-72EB-01782E9329EC}"/>
          </ac:spMkLst>
        </pc:spChg>
        <pc:spChg chg="mod">
          <ac:chgData name="Khánh KDN" userId="4963d1a5c4f3c49a" providerId="LiveId" clId="{70A2B0C4-1FE9-4551-A9B6-0AD732276D23}" dt="2025-12-06T09:01:54.603" v="5851" actId="207"/>
          <ac:spMkLst>
            <pc:docMk/>
            <pc:sldMk cId="616626979" sldId="322"/>
            <ac:spMk id="39" creationId="{7F3776DB-D418-6A3E-7B9C-1942D48D55FA}"/>
          </ac:spMkLst>
        </pc:spChg>
        <pc:spChg chg="mod">
          <ac:chgData name="Khánh KDN" userId="4963d1a5c4f3c49a" providerId="LiveId" clId="{70A2B0C4-1FE9-4551-A9B6-0AD732276D23}" dt="2025-12-06T07:27:44.437" v="3262"/>
          <ac:spMkLst>
            <pc:docMk/>
            <pc:sldMk cId="616626979" sldId="322"/>
            <ac:spMk id="1821" creationId="{4B52E577-0715-06AE-B654-74FB54D930C1}"/>
          </ac:spMkLst>
        </pc:spChg>
        <pc:spChg chg="mod">
          <ac:chgData name="Khánh KDN" userId="4963d1a5c4f3c49a" providerId="LiveId" clId="{70A2B0C4-1FE9-4551-A9B6-0AD732276D23}" dt="2025-12-06T07:28:05.942" v="3264"/>
          <ac:spMkLst>
            <pc:docMk/>
            <pc:sldMk cId="616626979" sldId="322"/>
            <ac:spMk id="1822" creationId="{26055FAA-2BA3-E16A-70CA-A306F59471B0}"/>
          </ac:spMkLst>
        </pc:spChg>
        <pc:spChg chg="mod">
          <ac:chgData name="Khánh KDN" userId="4963d1a5c4f3c49a" providerId="LiveId" clId="{70A2B0C4-1FE9-4551-A9B6-0AD732276D23}" dt="2025-12-06T07:28:33.533" v="3268"/>
          <ac:spMkLst>
            <pc:docMk/>
            <pc:sldMk cId="616626979" sldId="322"/>
            <ac:spMk id="1823" creationId="{F82CCE78-3C17-7143-42A2-6BD7D2DC5182}"/>
          </ac:spMkLst>
        </pc:spChg>
        <pc:spChg chg="mod">
          <ac:chgData name="Khánh KDN" userId="4963d1a5c4f3c49a" providerId="LiveId" clId="{70A2B0C4-1FE9-4551-A9B6-0AD732276D23}" dt="2025-12-06T09:01:36.875" v="5849" actId="1076"/>
          <ac:spMkLst>
            <pc:docMk/>
            <pc:sldMk cId="616626979" sldId="322"/>
            <ac:spMk id="1824" creationId="{0D291C30-8BF9-280A-E1CE-050C277FAA01}"/>
          </ac:spMkLst>
        </pc:spChg>
        <pc:spChg chg="mod">
          <ac:chgData name="Khánh KDN" userId="4963d1a5c4f3c49a" providerId="LiveId" clId="{70A2B0C4-1FE9-4551-A9B6-0AD732276D23}" dt="2025-12-06T07:35:06.787" v="3279" actId="1076"/>
          <ac:spMkLst>
            <pc:docMk/>
            <pc:sldMk cId="616626979" sldId="322"/>
            <ac:spMk id="1825" creationId="{102DCFCF-A434-CC68-57B8-2D019BEC8D93}"/>
          </ac:spMkLst>
        </pc:spChg>
        <pc:spChg chg="mod">
          <ac:chgData name="Khánh KDN" userId="4963d1a5c4f3c49a" providerId="LiveId" clId="{70A2B0C4-1FE9-4551-A9B6-0AD732276D23}" dt="2025-12-06T07:28:13.761" v="3265"/>
          <ac:spMkLst>
            <pc:docMk/>
            <pc:sldMk cId="616626979" sldId="322"/>
            <ac:spMk id="1826" creationId="{CB20995A-78C0-2AC1-0E97-04A4A0D267C8}"/>
          </ac:spMkLst>
        </pc:spChg>
        <pc:spChg chg="mod">
          <ac:chgData name="Khánh KDN" userId="4963d1a5c4f3c49a" providerId="LiveId" clId="{70A2B0C4-1FE9-4551-A9B6-0AD732276D23}" dt="2025-12-06T07:28:26.883" v="3267" actId="20577"/>
          <ac:spMkLst>
            <pc:docMk/>
            <pc:sldMk cId="616626979" sldId="322"/>
            <ac:spMk id="1827" creationId="{B7C7858C-3F9B-6C50-7089-39AFD9FF3290}"/>
          </ac:spMkLst>
        </pc:spChg>
        <pc:spChg chg="mod">
          <ac:chgData name="Khánh KDN" userId="4963d1a5c4f3c49a" providerId="LiveId" clId="{70A2B0C4-1FE9-4551-A9B6-0AD732276D23}" dt="2025-12-06T07:28:52.070" v="3269"/>
          <ac:spMkLst>
            <pc:docMk/>
            <pc:sldMk cId="616626979" sldId="322"/>
            <ac:spMk id="1828" creationId="{FD846A16-5AE1-FF98-A919-3D797EE410FB}"/>
          </ac:spMkLst>
        </pc:spChg>
        <pc:spChg chg="mod">
          <ac:chgData name="Khánh KDN" userId="4963d1a5c4f3c49a" providerId="LiveId" clId="{70A2B0C4-1FE9-4551-A9B6-0AD732276D23}" dt="2025-12-06T07:36:30.064" v="3292" actId="1076"/>
          <ac:spMkLst>
            <pc:docMk/>
            <pc:sldMk cId="616626979" sldId="322"/>
            <ac:spMk id="1829" creationId="{95D85AF2-CCDC-D51D-C643-A651B52B9BA7}"/>
          </ac:spMkLst>
        </pc:spChg>
        <pc:spChg chg="mod">
          <ac:chgData name="Khánh KDN" userId="4963d1a5c4f3c49a" providerId="LiveId" clId="{70A2B0C4-1FE9-4551-A9B6-0AD732276D23}" dt="2025-12-06T09:01:32.181" v="5848" actId="1076"/>
          <ac:spMkLst>
            <pc:docMk/>
            <pc:sldMk cId="616626979" sldId="322"/>
            <ac:spMk id="1831" creationId="{0E3C3846-BCE8-BA29-D73D-212975FAF88D}"/>
          </ac:spMkLst>
        </pc:spChg>
        <pc:spChg chg="mod">
          <ac:chgData name="Khánh KDN" userId="4963d1a5c4f3c49a" providerId="LiveId" clId="{70A2B0C4-1FE9-4551-A9B6-0AD732276D23}" dt="2025-12-06T07:35:06.787" v="3279" actId="1076"/>
          <ac:spMkLst>
            <pc:docMk/>
            <pc:sldMk cId="616626979" sldId="322"/>
            <ac:spMk id="1832" creationId="{19E9AC81-DEF5-5EEF-B6FC-DDD1ABAF9541}"/>
          </ac:spMkLst>
        </pc:spChg>
        <pc:grpChg chg="mod">
          <ac:chgData name="Khánh KDN" userId="4963d1a5c4f3c49a" providerId="LiveId" clId="{70A2B0C4-1FE9-4551-A9B6-0AD732276D23}" dt="2025-12-06T07:36:29.343" v="3291" actId="1076"/>
          <ac:grpSpMkLst>
            <pc:docMk/>
            <pc:sldMk cId="616626979" sldId="322"/>
            <ac:grpSpMk id="3" creationId="{F1421F6A-3611-CC09-E2CC-23F20526FF61}"/>
          </ac:grpSpMkLst>
        </pc:grpChg>
        <pc:grpChg chg="mod">
          <ac:chgData name="Khánh KDN" userId="4963d1a5c4f3c49a" providerId="LiveId" clId="{70A2B0C4-1FE9-4551-A9B6-0AD732276D23}" dt="2025-12-06T07:36:12.914" v="3290" actId="1076"/>
          <ac:grpSpMkLst>
            <pc:docMk/>
            <pc:sldMk cId="616626979" sldId="322"/>
            <ac:grpSpMk id="11" creationId="{B63EC03A-684D-EB90-BDD6-207646668394}"/>
          </ac:grpSpMkLst>
        </pc:grpChg>
        <pc:grpChg chg="del mod">
          <ac:chgData name="Khánh KDN" userId="4963d1a5c4f3c49a" providerId="LiveId" clId="{70A2B0C4-1FE9-4551-A9B6-0AD732276D23}" dt="2025-12-06T09:01:11.807" v="5846" actId="478"/>
          <ac:grpSpMkLst>
            <pc:docMk/>
            <pc:sldMk cId="616626979" sldId="322"/>
            <ac:grpSpMk id="15" creationId="{EC8F4C40-FB37-FA09-F65E-4BD84C011D1C}"/>
          </ac:grpSpMkLst>
        </pc:grpChg>
        <pc:grpChg chg="add mod">
          <ac:chgData name="Khánh KDN" userId="4963d1a5c4f3c49a" providerId="LiveId" clId="{70A2B0C4-1FE9-4551-A9B6-0AD732276D23}" dt="2025-12-06T09:02:00.738" v="5852" actId="1076"/>
          <ac:grpSpMkLst>
            <pc:docMk/>
            <pc:sldMk cId="616626979" sldId="322"/>
            <ac:grpSpMk id="35" creationId="{6830E911-B16F-7414-302F-548F62EDEDDC}"/>
          </ac:grpSpMkLst>
        </pc:grpChg>
      </pc:sldChg>
      <pc:sldChg chg="del">
        <pc:chgData name="Khánh KDN" userId="4963d1a5c4f3c49a" providerId="LiveId" clId="{70A2B0C4-1FE9-4551-A9B6-0AD732276D23}" dt="2025-12-06T08:25:16.976" v="4388" actId="47"/>
        <pc:sldMkLst>
          <pc:docMk/>
          <pc:sldMk cId="892750272" sldId="323"/>
        </pc:sldMkLst>
      </pc:sldChg>
      <pc:sldMasterChg chg="delSldLayout">
        <pc:chgData name="Khánh KDN" userId="4963d1a5c4f3c49a" providerId="LiveId" clId="{70A2B0C4-1FE9-4551-A9B6-0AD732276D23}" dt="2025-12-06T07:27:46.722" v="3263" actId="47"/>
        <pc:sldMasterMkLst>
          <pc:docMk/>
          <pc:sldMasterMk cId="0" sldId="2147483676"/>
        </pc:sldMasterMkLst>
        <pc:sldLayoutChg chg="del">
          <pc:chgData name="Khánh KDN" userId="4963d1a5c4f3c49a" providerId="LiveId" clId="{70A2B0C4-1FE9-4551-A9B6-0AD732276D23}" dt="2025-12-06T07:27:46.722" v="3263" actId="47"/>
          <pc:sldLayoutMkLst>
            <pc:docMk/>
            <pc:sldMasterMk cId="0" sldId="2147483676"/>
            <pc:sldLayoutMk cId="1233083193" sldId="214748368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53FA75-467F-E1A9-6E34-CD7D3B9674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97B5D1-E3BD-D311-97E2-5DF9B3703F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1024A-FAED-47BC-B7AD-60509AEFFC20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0673A5-6F46-B62C-703D-B39A78F856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380AE-FE90-B349-B6BC-16A370E54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038A4-5C02-439D-B820-F79A3E6AD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962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9" name="Google Shape;160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8" name="Google Shape;161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>
          <a:extLst>
            <a:ext uri="{FF2B5EF4-FFF2-40B4-BE49-F238E27FC236}">
              <a16:creationId xmlns:a16="http://schemas.microsoft.com/office/drawing/2014/main" id="{E5BC5B88-803A-1314-4CFE-8647DFC3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54dda1946d_6_322:notes">
            <a:extLst>
              <a:ext uri="{FF2B5EF4-FFF2-40B4-BE49-F238E27FC236}">
                <a16:creationId xmlns:a16="http://schemas.microsoft.com/office/drawing/2014/main" id="{BBE72A3A-5A8F-4A5C-A87A-14E5424CD2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54dda1946d_6_322:notes">
            <a:extLst>
              <a:ext uri="{FF2B5EF4-FFF2-40B4-BE49-F238E27FC236}">
                <a16:creationId xmlns:a16="http://schemas.microsoft.com/office/drawing/2014/main" id="{1DE86C37-BD80-F251-32E1-80ED0FCCF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9200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5" name="Google Shape;175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266BDBC2-FA25-57DB-68DB-1488E77E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D56E5A9E-CD5B-91D9-4943-A94A7FC58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1BC4FC18-C50E-BCF1-8302-E7945FF03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9200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>
          <a:extLst>
            <a:ext uri="{FF2B5EF4-FFF2-40B4-BE49-F238E27FC236}">
              <a16:creationId xmlns:a16="http://schemas.microsoft.com/office/drawing/2014/main" id="{03136483-D73A-B387-9C9D-36CF6F75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84d99d1a72_0_2:notes">
            <a:extLst>
              <a:ext uri="{FF2B5EF4-FFF2-40B4-BE49-F238E27FC236}">
                <a16:creationId xmlns:a16="http://schemas.microsoft.com/office/drawing/2014/main" id="{5EE30DCD-44D4-0E85-243A-E859B4E7D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84d99d1a72_0_2:notes">
            <a:extLst>
              <a:ext uri="{FF2B5EF4-FFF2-40B4-BE49-F238E27FC236}">
                <a16:creationId xmlns:a16="http://schemas.microsoft.com/office/drawing/2014/main" id="{B873C74C-61EB-EE04-7F35-4C2991380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392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E55230D7-E2E4-0811-FD97-EDF09CB3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20754E42-953B-D04F-6315-2ADB2ADCB2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47C159DC-92D7-7C83-C5EB-1422CB19F6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259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>
          <a:extLst>
            <a:ext uri="{FF2B5EF4-FFF2-40B4-BE49-F238E27FC236}">
              <a16:creationId xmlns:a16="http://schemas.microsoft.com/office/drawing/2014/main" id="{E8E61156-C6AD-CB55-DAD5-48783E54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184d99d1a72_0_2:notes">
            <a:extLst>
              <a:ext uri="{FF2B5EF4-FFF2-40B4-BE49-F238E27FC236}">
                <a16:creationId xmlns:a16="http://schemas.microsoft.com/office/drawing/2014/main" id="{9BB2A350-B369-CD10-50E4-7B7D56B935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184d99d1a72_0_2:notes">
            <a:extLst>
              <a:ext uri="{FF2B5EF4-FFF2-40B4-BE49-F238E27FC236}">
                <a16:creationId xmlns:a16="http://schemas.microsoft.com/office/drawing/2014/main" id="{7CBEC73D-277D-95AE-778F-648E50797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627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51E429B5-6D14-1D79-31AD-31A5F6A3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A93F3133-42D9-BF76-E184-C005BEAFB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BEEE43B8-6FA1-CE94-1B6E-4C8D142BD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144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>
          <a:extLst>
            <a:ext uri="{FF2B5EF4-FFF2-40B4-BE49-F238E27FC236}">
              <a16:creationId xmlns:a16="http://schemas.microsoft.com/office/drawing/2014/main" id="{A6CF3587-FD18-D0C1-AFFC-2110A19D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2517220450e_0_0:notes">
            <a:extLst>
              <a:ext uri="{FF2B5EF4-FFF2-40B4-BE49-F238E27FC236}">
                <a16:creationId xmlns:a16="http://schemas.microsoft.com/office/drawing/2014/main" id="{7FD3978A-F80A-D456-8CC8-F8CC2876BA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2517220450e_0_0:notes">
            <a:extLst>
              <a:ext uri="{FF2B5EF4-FFF2-40B4-BE49-F238E27FC236}">
                <a16:creationId xmlns:a16="http://schemas.microsoft.com/office/drawing/2014/main" id="{C0C84AC6-1BC8-E18C-D230-206F77151F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3334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7704A1D0-3147-52B0-05A1-2575EF53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89FB475B-6D9D-B5FD-EECB-91A6C21DCD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B2EC8966-7531-8AC7-3439-76EDB01A6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2044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EFF755C5-2FB5-C459-8950-CF7D6C69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08:notes">
            <a:extLst>
              <a:ext uri="{FF2B5EF4-FFF2-40B4-BE49-F238E27FC236}">
                <a16:creationId xmlns:a16="http://schemas.microsoft.com/office/drawing/2014/main" id="{A00C4ACE-06A4-1DC2-64FA-E2CC96D0E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08:notes">
            <a:extLst>
              <a:ext uri="{FF2B5EF4-FFF2-40B4-BE49-F238E27FC236}">
                <a16:creationId xmlns:a16="http://schemas.microsoft.com/office/drawing/2014/main" id="{1FB61273-321D-AB89-2537-10EEC7245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6319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9" name="Google Shape;1949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"/>
          <p:cNvGrpSpPr/>
          <p:nvPr/>
        </p:nvGrpSpPr>
        <p:grpSpPr>
          <a:xfrm>
            <a:off x="-665329" y="-550523"/>
            <a:ext cx="10681879" cy="2677818"/>
            <a:chOff x="-665329" y="-550523"/>
            <a:chExt cx="10681879" cy="2677818"/>
          </a:xfrm>
        </p:grpSpPr>
        <p:sp>
          <p:nvSpPr>
            <p:cNvPr id="121" name="Google Shape;121;p2"/>
            <p:cNvSpPr/>
            <p:nvPr/>
          </p:nvSpPr>
          <p:spPr>
            <a:xfrm>
              <a:off x="8430776" y="53950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 rot="-5400000">
              <a:off x="-663935" y="-551917"/>
              <a:ext cx="2187374" cy="2190162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389190" y="-20882"/>
            <a:ext cx="9310722" cy="4714870"/>
            <a:chOff x="389190" y="-20882"/>
            <a:chExt cx="9310722" cy="4714870"/>
          </a:xfrm>
        </p:grpSpPr>
        <p:sp>
          <p:nvSpPr>
            <p:cNvPr id="97" name="Google Shape;97;p2"/>
            <p:cNvSpPr/>
            <p:nvPr/>
          </p:nvSpPr>
          <p:spPr>
            <a:xfrm>
              <a:off x="8747413" y="857148"/>
              <a:ext cx="952500" cy="952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" name="Google Shape;98;p2"/>
            <p:cNvGrpSpPr/>
            <p:nvPr/>
          </p:nvGrpSpPr>
          <p:grpSpPr>
            <a:xfrm>
              <a:off x="5548300" y="539495"/>
              <a:ext cx="1237444" cy="142871"/>
              <a:chOff x="2103451" y="4214000"/>
              <a:chExt cx="769938" cy="88900"/>
            </a:xfrm>
          </p:grpSpPr>
          <p:sp>
            <p:nvSpPr>
              <p:cNvPr id="99" name="Google Shape;99;p2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5987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4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7622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" name="Google Shape;104;p2"/>
            <p:cNvGrpSpPr/>
            <p:nvPr/>
          </p:nvGrpSpPr>
          <p:grpSpPr>
            <a:xfrm>
              <a:off x="468315" y="4411217"/>
              <a:ext cx="854919" cy="282771"/>
              <a:chOff x="468315" y="4411217"/>
              <a:chExt cx="854919" cy="282771"/>
            </a:xfrm>
          </p:grpSpPr>
          <p:grpSp>
            <p:nvGrpSpPr>
              <p:cNvPr id="105" name="Google Shape;105;p2"/>
              <p:cNvGrpSpPr/>
              <p:nvPr/>
            </p:nvGrpSpPr>
            <p:grpSpPr>
              <a:xfrm>
                <a:off x="468315" y="4613117"/>
                <a:ext cx="854919" cy="80871"/>
                <a:chOff x="1528400" y="4392825"/>
                <a:chExt cx="1959475" cy="185400"/>
              </a:xfrm>
            </p:grpSpPr>
            <p:sp>
              <p:nvSpPr>
                <p:cNvPr id="106" name="Google Shape;106;p2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07" name="Google Shape;107;p2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08" name="Google Shape;108;p2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09" name="Google Shape;109;p2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0" name="Google Shape;110;p2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1" name="Google Shape;111;p2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12" name="Google Shape;112;p2"/>
              <p:cNvGrpSpPr/>
              <p:nvPr/>
            </p:nvGrpSpPr>
            <p:grpSpPr>
              <a:xfrm>
                <a:off x="468315" y="4411217"/>
                <a:ext cx="854919" cy="80871"/>
                <a:chOff x="1528400" y="4392825"/>
                <a:chExt cx="1959475" cy="185400"/>
              </a:xfrm>
            </p:grpSpPr>
            <p:sp>
              <p:nvSpPr>
                <p:cNvPr id="113" name="Google Shape;113;p2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4" name="Google Shape;114;p2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5" name="Google Shape;115;p2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6" name="Google Shape;116;p2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sp>
          <p:nvSpPr>
            <p:cNvPr id="119" name="Google Shape;119;p2"/>
            <p:cNvSpPr/>
            <p:nvPr/>
          </p:nvSpPr>
          <p:spPr>
            <a:xfrm rot="-5400000">
              <a:off x="107164" y="261144"/>
              <a:ext cx="1128104" cy="564052"/>
            </a:xfrm>
            <a:custGeom>
              <a:avLst/>
              <a:gdLst/>
              <a:ahLst/>
              <a:cxnLst/>
              <a:rect l="l" t="t" r="r" b="b"/>
              <a:pathLst>
                <a:path w="666" h="333" extrusionOk="0">
                  <a:moveTo>
                    <a:pt x="666" y="0"/>
                  </a:moveTo>
                  <a:cubicBezTo>
                    <a:pt x="666" y="184"/>
                    <a:pt x="517" y="333"/>
                    <a:pt x="333" y="333"/>
                  </a:cubicBezTo>
                  <a:cubicBezTo>
                    <a:pt x="149" y="333"/>
                    <a:pt x="0" y="184"/>
                    <a:pt x="0" y="0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35400" y="1810500"/>
            <a:ext cx="6073200" cy="13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535400" y="3132590"/>
            <a:ext cx="60732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585407" y="4274972"/>
            <a:ext cx="4249916" cy="2447141"/>
            <a:chOff x="5319726" y="23000"/>
            <a:chExt cx="2682689" cy="1544717"/>
          </a:xfrm>
        </p:grpSpPr>
        <p:sp>
          <p:nvSpPr>
            <p:cNvPr id="12" name="Google Shape;12;p2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title"/>
          </p:nvPr>
        </p:nvSpPr>
        <p:spPr>
          <a:xfrm>
            <a:off x="1264350" y="2418826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3"/>
          <p:cNvSpPr txBox="1">
            <a:spLocks noGrp="1"/>
          </p:cNvSpPr>
          <p:nvPr>
            <p:ph type="title" idx="2" hasCustomPrompt="1"/>
          </p:nvPr>
        </p:nvSpPr>
        <p:spPr>
          <a:xfrm>
            <a:off x="3459400" y="1813125"/>
            <a:ext cx="2225100" cy="83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3"/>
          <p:cNvSpPr/>
          <p:nvPr/>
        </p:nvSpPr>
        <p:spPr>
          <a:xfrm>
            <a:off x="-424337" y="3724073"/>
            <a:ext cx="952500" cy="952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3"/>
          <p:cNvGrpSpPr/>
          <p:nvPr/>
        </p:nvGrpSpPr>
        <p:grpSpPr>
          <a:xfrm>
            <a:off x="-740974" y="3406425"/>
            <a:ext cx="10892849" cy="3953475"/>
            <a:chOff x="-740974" y="3406425"/>
            <a:chExt cx="10892849" cy="3953475"/>
          </a:xfrm>
        </p:grpSpPr>
        <p:sp>
          <p:nvSpPr>
            <p:cNvPr id="128" name="Google Shape;128;p3"/>
            <p:cNvSpPr/>
            <p:nvPr/>
          </p:nvSpPr>
          <p:spPr>
            <a:xfrm>
              <a:off x="-740974" y="3406425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6709675" y="3917700"/>
              <a:ext cx="3442200" cy="3442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52" name="Google Shape;252;p8"/>
          <p:cNvGrpSpPr/>
          <p:nvPr/>
        </p:nvGrpSpPr>
        <p:grpSpPr>
          <a:xfrm rot="5400000">
            <a:off x="-1489368" y="-1183078"/>
            <a:ext cx="4249916" cy="2447141"/>
            <a:chOff x="5319726" y="23000"/>
            <a:chExt cx="2682689" cy="1544717"/>
          </a:xfrm>
        </p:grpSpPr>
        <p:sp>
          <p:nvSpPr>
            <p:cNvPr id="253" name="Google Shape;253;p8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8"/>
          <p:cNvGrpSpPr/>
          <p:nvPr/>
        </p:nvGrpSpPr>
        <p:grpSpPr>
          <a:xfrm>
            <a:off x="-933924" y="2648325"/>
            <a:ext cx="9888276" cy="3473023"/>
            <a:chOff x="-933924" y="2648325"/>
            <a:chExt cx="9888276" cy="3473023"/>
          </a:xfrm>
        </p:grpSpPr>
        <p:sp>
          <p:nvSpPr>
            <p:cNvPr id="338" name="Google Shape;338;p8"/>
            <p:cNvSpPr/>
            <p:nvPr/>
          </p:nvSpPr>
          <p:spPr>
            <a:xfrm>
              <a:off x="-933924" y="2648325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9" name="Google Shape;339;p8"/>
            <p:cNvGrpSpPr/>
            <p:nvPr/>
          </p:nvGrpSpPr>
          <p:grpSpPr>
            <a:xfrm>
              <a:off x="6332602" y="3499598"/>
              <a:ext cx="2621750" cy="2621750"/>
              <a:chOff x="-731673" y="144773"/>
              <a:chExt cx="2621750" cy="2621750"/>
            </a:xfrm>
          </p:grpSpPr>
          <p:sp>
            <p:nvSpPr>
              <p:cNvPr id="340" name="Google Shape;340;p8"/>
              <p:cNvSpPr/>
              <p:nvPr/>
            </p:nvSpPr>
            <p:spPr>
              <a:xfrm rot="-2700000">
                <a:off x="-428886" y="1004025"/>
                <a:ext cx="1458769" cy="1460653"/>
              </a:xfrm>
              <a:custGeom>
                <a:avLst/>
                <a:gdLst/>
                <a:ahLst/>
                <a:cxnLst/>
                <a:rect l="l" t="t" r="r" b="b"/>
                <a:pathLst>
                  <a:path w="785" h="786" extrusionOk="0">
                    <a:moveTo>
                      <a:pt x="393" y="786"/>
                    </a:moveTo>
                    <a:cubicBezTo>
                      <a:pt x="176" y="786"/>
                      <a:pt x="0" y="609"/>
                      <a:pt x="0" y="393"/>
                    </a:cubicBezTo>
                    <a:cubicBezTo>
                      <a:pt x="0" y="176"/>
                      <a:pt x="176" y="0"/>
                      <a:pt x="393" y="0"/>
                    </a:cubicBezTo>
                    <a:cubicBezTo>
                      <a:pt x="609" y="0"/>
                      <a:pt x="785" y="176"/>
                      <a:pt x="785" y="393"/>
                    </a:cubicBezTo>
                    <a:cubicBezTo>
                      <a:pt x="785" y="609"/>
                      <a:pt x="609" y="786"/>
                      <a:pt x="393" y="786"/>
                    </a:cubicBezTo>
                    <a:close/>
                    <a:moveTo>
                      <a:pt x="393" y="4"/>
                    </a:moveTo>
                    <a:cubicBezTo>
                      <a:pt x="178" y="4"/>
                      <a:pt x="4" y="178"/>
                      <a:pt x="4" y="393"/>
                    </a:cubicBezTo>
                    <a:cubicBezTo>
                      <a:pt x="4" y="607"/>
                      <a:pt x="178" y="782"/>
                      <a:pt x="393" y="782"/>
                    </a:cubicBezTo>
                    <a:cubicBezTo>
                      <a:pt x="607" y="782"/>
                      <a:pt x="781" y="607"/>
                      <a:pt x="781" y="393"/>
                    </a:cubicBezTo>
                    <a:cubicBezTo>
                      <a:pt x="781" y="178"/>
                      <a:pt x="607" y="4"/>
                      <a:pt x="393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8"/>
              <p:cNvSpPr/>
              <p:nvPr/>
            </p:nvSpPr>
            <p:spPr>
              <a:xfrm rot="-2700000">
                <a:off x="128520" y="446619"/>
                <a:ext cx="1458769" cy="1460653"/>
              </a:xfrm>
              <a:custGeom>
                <a:avLst/>
                <a:gdLst/>
                <a:ahLst/>
                <a:cxnLst/>
                <a:rect l="l" t="t" r="r" b="b"/>
                <a:pathLst>
                  <a:path w="785" h="786" extrusionOk="0">
                    <a:moveTo>
                      <a:pt x="393" y="786"/>
                    </a:moveTo>
                    <a:cubicBezTo>
                      <a:pt x="176" y="786"/>
                      <a:pt x="0" y="609"/>
                      <a:pt x="0" y="393"/>
                    </a:cubicBezTo>
                    <a:cubicBezTo>
                      <a:pt x="0" y="176"/>
                      <a:pt x="176" y="0"/>
                      <a:pt x="393" y="0"/>
                    </a:cubicBezTo>
                    <a:cubicBezTo>
                      <a:pt x="609" y="0"/>
                      <a:pt x="785" y="176"/>
                      <a:pt x="785" y="393"/>
                    </a:cubicBezTo>
                    <a:cubicBezTo>
                      <a:pt x="785" y="609"/>
                      <a:pt x="609" y="786"/>
                      <a:pt x="393" y="786"/>
                    </a:cubicBezTo>
                    <a:close/>
                    <a:moveTo>
                      <a:pt x="393" y="4"/>
                    </a:moveTo>
                    <a:cubicBezTo>
                      <a:pt x="178" y="4"/>
                      <a:pt x="4" y="178"/>
                      <a:pt x="4" y="393"/>
                    </a:cubicBezTo>
                    <a:cubicBezTo>
                      <a:pt x="4" y="607"/>
                      <a:pt x="178" y="782"/>
                      <a:pt x="393" y="782"/>
                    </a:cubicBezTo>
                    <a:cubicBezTo>
                      <a:pt x="607" y="782"/>
                      <a:pt x="781" y="607"/>
                      <a:pt x="781" y="393"/>
                    </a:cubicBezTo>
                    <a:cubicBezTo>
                      <a:pt x="781" y="178"/>
                      <a:pt x="607" y="4"/>
                      <a:pt x="393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8"/>
              <p:cNvSpPr/>
              <p:nvPr/>
            </p:nvSpPr>
            <p:spPr>
              <a:xfrm rot="-2700000">
                <a:off x="-150183" y="725322"/>
                <a:ext cx="1458769" cy="1460653"/>
              </a:xfrm>
              <a:custGeom>
                <a:avLst/>
                <a:gdLst/>
                <a:ahLst/>
                <a:cxnLst/>
                <a:rect l="l" t="t" r="r" b="b"/>
                <a:pathLst>
                  <a:path w="785" h="786" extrusionOk="0">
                    <a:moveTo>
                      <a:pt x="393" y="786"/>
                    </a:moveTo>
                    <a:cubicBezTo>
                      <a:pt x="176" y="786"/>
                      <a:pt x="0" y="609"/>
                      <a:pt x="0" y="393"/>
                    </a:cubicBezTo>
                    <a:cubicBezTo>
                      <a:pt x="0" y="176"/>
                      <a:pt x="176" y="0"/>
                      <a:pt x="393" y="0"/>
                    </a:cubicBezTo>
                    <a:cubicBezTo>
                      <a:pt x="609" y="0"/>
                      <a:pt x="785" y="176"/>
                      <a:pt x="785" y="393"/>
                    </a:cubicBezTo>
                    <a:cubicBezTo>
                      <a:pt x="785" y="609"/>
                      <a:pt x="609" y="786"/>
                      <a:pt x="393" y="786"/>
                    </a:cubicBezTo>
                    <a:close/>
                    <a:moveTo>
                      <a:pt x="393" y="4"/>
                    </a:moveTo>
                    <a:cubicBezTo>
                      <a:pt x="178" y="4"/>
                      <a:pt x="4" y="178"/>
                      <a:pt x="4" y="393"/>
                    </a:cubicBezTo>
                    <a:cubicBezTo>
                      <a:pt x="4" y="607"/>
                      <a:pt x="178" y="782"/>
                      <a:pt x="393" y="782"/>
                    </a:cubicBezTo>
                    <a:cubicBezTo>
                      <a:pt x="607" y="782"/>
                      <a:pt x="781" y="607"/>
                      <a:pt x="781" y="393"/>
                    </a:cubicBezTo>
                    <a:cubicBezTo>
                      <a:pt x="781" y="178"/>
                      <a:pt x="607" y="4"/>
                      <a:pt x="393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8"/>
          <p:cNvGrpSpPr/>
          <p:nvPr/>
        </p:nvGrpSpPr>
        <p:grpSpPr>
          <a:xfrm>
            <a:off x="-617287" y="539505"/>
            <a:ext cx="9048071" cy="4272948"/>
            <a:chOff x="-617287" y="539505"/>
            <a:chExt cx="9048071" cy="4272948"/>
          </a:xfrm>
        </p:grpSpPr>
        <p:sp>
          <p:nvSpPr>
            <p:cNvPr id="344" name="Google Shape;344;p8"/>
            <p:cNvSpPr/>
            <p:nvPr/>
          </p:nvSpPr>
          <p:spPr>
            <a:xfrm>
              <a:off x="-617287" y="2965973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5" name="Google Shape;345;p8"/>
            <p:cNvGrpSpPr/>
            <p:nvPr/>
          </p:nvGrpSpPr>
          <p:grpSpPr>
            <a:xfrm rot="-5400000">
              <a:off x="1577211" y="4387643"/>
              <a:ext cx="706746" cy="142871"/>
              <a:chOff x="2103451" y="4214000"/>
              <a:chExt cx="439738" cy="88900"/>
            </a:xfrm>
          </p:grpSpPr>
          <p:sp>
            <p:nvSpPr>
              <p:cNvPr id="346" name="Google Shape;346;p8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8"/>
            <p:cNvGrpSpPr/>
            <p:nvPr/>
          </p:nvGrpSpPr>
          <p:grpSpPr>
            <a:xfrm>
              <a:off x="7575865" y="539505"/>
              <a:ext cx="854919" cy="484671"/>
              <a:chOff x="713240" y="4371492"/>
              <a:chExt cx="854919" cy="484671"/>
            </a:xfrm>
          </p:grpSpPr>
          <p:grpSp>
            <p:nvGrpSpPr>
              <p:cNvPr id="350" name="Google Shape;350;p8"/>
              <p:cNvGrpSpPr/>
              <p:nvPr/>
            </p:nvGrpSpPr>
            <p:grpSpPr>
              <a:xfrm>
                <a:off x="713240" y="4775292"/>
                <a:ext cx="854919" cy="80871"/>
                <a:chOff x="1528400" y="4392825"/>
                <a:chExt cx="1959475" cy="185400"/>
              </a:xfrm>
            </p:grpSpPr>
            <p:sp>
              <p:nvSpPr>
                <p:cNvPr id="351" name="Google Shape;351;p8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2" name="Google Shape;352;p8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3" name="Google Shape;353;p8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4" name="Google Shape;354;p8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5" name="Google Shape;355;p8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6" name="Google Shape;356;p8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57" name="Google Shape;357;p8"/>
              <p:cNvGrpSpPr/>
              <p:nvPr/>
            </p:nvGrpSpPr>
            <p:grpSpPr>
              <a:xfrm>
                <a:off x="713240" y="4573392"/>
                <a:ext cx="854919" cy="80871"/>
                <a:chOff x="1528400" y="4392825"/>
                <a:chExt cx="1959475" cy="185400"/>
              </a:xfrm>
            </p:grpSpPr>
            <p:sp>
              <p:nvSpPr>
                <p:cNvPr id="358" name="Google Shape;358;p8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59" name="Google Shape;359;p8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0" name="Google Shape;360;p8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1" name="Google Shape;361;p8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2" name="Google Shape;362;p8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3" name="Google Shape;363;p8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64" name="Google Shape;364;p8"/>
              <p:cNvGrpSpPr/>
              <p:nvPr/>
            </p:nvGrpSpPr>
            <p:grpSpPr>
              <a:xfrm>
                <a:off x="713240" y="4371492"/>
                <a:ext cx="854919" cy="80871"/>
                <a:chOff x="1528400" y="4392825"/>
                <a:chExt cx="1959475" cy="185400"/>
              </a:xfrm>
            </p:grpSpPr>
            <p:sp>
              <p:nvSpPr>
                <p:cNvPr id="365" name="Google Shape;365;p8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6" name="Google Shape;366;p8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7" name="Google Shape;367;p8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8" name="Google Shape;368;p8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69" name="Google Shape;369;p8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9"/>
          <p:cNvSpPr txBox="1">
            <a:spLocks noGrp="1"/>
          </p:cNvSpPr>
          <p:nvPr>
            <p:ph type="title"/>
          </p:nvPr>
        </p:nvSpPr>
        <p:spPr>
          <a:xfrm>
            <a:off x="2135550" y="134595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9"/>
          <p:cNvSpPr txBox="1">
            <a:spLocks noGrp="1"/>
          </p:cNvSpPr>
          <p:nvPr>
            <p:ph type="subTitle" idx="1"/>
          </p:nvPr>
        </p:nvSpPr>
        <p:spPr>
          <a:xfrm>
            <a:off x="2135550" y="3310350"/>
            <a:ext cx="4872900" cy="4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latin typeface="Be Vietnam Pro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74" name="Google Shape;374;p9"/>
          <p:cNvGrpSpPr/>
          <p:nvPr/>
        </p:nvGrpSpPr>
        <p:grpSpPr>
          <a:xfrm rot="10800000">
            <a:off x="6364632" y="-830553"/>
            <a:ext cx="4249916" cy="2447141"/>
            <a:chOff x="5319726" y="23000"/>
            <a:chExt cx="2682689" cy="1544717"/>
          </a:xfrm>
        </p:grpSpPr>
        <p:sp>
          <p:nvSpPr>
            <p:cNvPr id="375" name="Google Shape;375;p9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" name="Google Shape;459;p9"/>
          <p:cNvGrpSpPr/>
          <p:nvPr/>
        </p:nvGrpSpPr>
        <p:grpSpPr>
          <a:xfrm>
            <a:off x="5097026" y="4604000"/>
            <a:ext cx="3508675" cy="1587795"/>
            <a:chOff x="5233401" y="3016200"/>
            <a:chExt cx="3508675" cy="1587795"/>
          </a:xfrm>
        </p:grpSpPr>
        <p:sp>
          <p:nvSpPr>
            <p:cNvPr id="460" name="Google Shape;460;p9"/>
            <p:cNvSpPr/>
            <p:nvPr/>
          </p:nvSpPr>
          <p:spPr>
            <a:xfrm>
              <a:off x="7156301" y="301620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6515334" y="301620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5874367" y="301620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5233401" y="301620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9"/>
          <p:cNvGrpSpPr/>
          <p:nvPr/>
        </p:nvGrpSpPr>
        <p:grpSpPr>
          <a:xfrm>
            <a:off x="9" y="406417"/>
            <a:ext cx="971376" cy="4182458"/>
            <a:chOff x="9" y="406417"/>
            <a:chExt cx="971376" cy="4182458"/>
          </a:xfrm>
        </p:grpSpPr>
        <p:sp>
          <p:nvSpPr>
            <p:cNvPr id="465" name="Google Shape;465;p9"/>
            <p:cNvSpPr/>
            <p:nvPr/>
          </p:nvSpPr>
          <p:spPr>
            <a:xfrm rot="-5400000">
              <a:off x="-336337" y="742763"/>
              <a:ext cx="1345383" cy="672692"/>
            </a:xfrm>
            <a:custGeom>
              <a:avLst/>
              <a:gdLst/>
              <a:ahLst/>
              <a:cxnLst/>
              <a:rect l="l" t="t" r="r" b="b"/>
              <a:pathLst>
                <a:path w="666" h="333" extrusionOk="0">
                  <a:moveTo>
                    <a:pt x="666" y="0"/>
                  </a:moveTo>
                  <a:cubicBezTo>
                    <a:pt x="666" y="184"/>
                    <a:pt x="517" y="333"/>
                    <a:pt x="333" y="333"/>
                  </a:cubicBezTo>
                  <a:cubicBezTo>
                    <a:pt x="149" y="333"/>
                    <a:pt x="0" y="184"/>
                    <a:pt x="0" y="0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6" name="Google Shape;466;p9"/>
            <p:cNvGrpSpPr/>
            <p:nvPr/>
          </p:nvGrpSpPr>
          <p:grpSpPr>
            <a:xfrm>
              <a:off x="713214" y="3733956"/>
              <a:ext cx="258171" cy="854919"/>
              <a:chOff x="713214" y="3733956"/>
              <a:chExt cx="258171" cy="854919"/>
            </a:xfrm>
          </p:grpSpPr>
          <p:grpSp>
            <p:nvGrpSpPr>
              <p:cNvPr id="467" name="Google Shape;467;p9"/>
              <p:cNvGrpSpPr/>
              <p:nvPr/>
            </p:nvGrpSpPr>
            <p:grpSpPr>
              <a:xfrm rot="-5400000">
                <a:off x="326190" y="4120980"/>
                <a:ext cx="854919" cy="80871"/>
                <a:chOff x="1528400" y="4392825"/>
                <a:chExt cx="1959475" cy="185400"/>
              </a:xfrm>
            </p:grpSpPr>
            <p:sp>
              <p:nvSpPr>
                <p:cNvPr id="468" name="Google Shape;468;p9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69" name="Google Shape;469;p9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0" name="Google Shape;470;p9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1" name="Google Shape;471;p9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2" name="Google Shape;472;p9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3" name="Google Shape;473;p9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474" name="Google Shape;474;p9"/>
              <p:cNvGrpSpPr/>
              <p:nvPr/>
            </p:nvGrpSpPr>
            <p:grpSpPr>
              <a:xfrm rot="-5400000">
                <a:off x="503490" y="4120980"/>
                <a:ext cx="854919" cy="80871"/>
                <a:chOff x="1528400" y="4392825"/>
                <a:chExt cx="1959475" cy="185400"/>
              </a:xfrm>
            </p:grpSpPr>
            <p:sp>
              <p:nvSpPr>
                <p:cNvPr id="475" name="Google Shape;475;p9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6" name="Google Shape;476;p9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7" name="Google Shape;477;p9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8" name="Google Shape;478;p9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79" name="Google Shape;479;p9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480" name="Google Shape;480;p9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10"/>
          <p:cNvSpPr txBox="1">
            <a:spLocks noGrp="1"/>
          </p:cNvSpPr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5"/>
          <p:cNvSpPr/>
          <p:nvPr/>
        </p:nvSpPr>
        <p:spPr>
          <a:xfrm>
            <a:off x="5439463" y="-746280"/>
            <a:ext cx="1585775" cy="1587795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5" name="Google Shape;655;p15"/>
          <p:cNvGrpSpPr/>
          <p:nvPr/>
        </p:nvGrpSpPr>
        <p:grpSpPr>
          <a:xfrm>
            <a:off x="8262644" y="1478172"/>
            <a:ext cx="2441690" cy="2434566"/>
            <a:chOff x="3051194" y="-608678"/>
            <a:chExt cx="2441690" cy="2434566"/>
          </a:xfrm>
        </p:grpSpPr>
        <p:sp>
          <p:nvSpPr>
            <p:cNvPr id="656" name="Google Shape;656;p15"/>
            <p:cNvSpPr/>
            <p:nvPr/>
          </p:nvSpPr>
          <p:spPr>
            <a:xfrm rot="10800000">
              <a:off x="4846846" y="1458584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15"/>
            <p:cNvSpPr/>
            <p:nvPr/>
          </p:nvSpPr>
          <p:spPr>
            <a:xfrm rot="10800000">
              <a:off x="4489727" y="1096813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15"/>
            <p:cNvSpPr/>
            <p:nvPr/>
          </p:nvSpPr>
          <p:spPr>
            <a:xfrm rot="10800000">
              <a:off x="4130094" y="739368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15"/>
            <p:cNvSpPr/>
            <p:nvPr/>
          </p:nvSpPr>
          <p:spPr>
            <a:xfrm rot="10800000">
              <a:off x="3772976" y="380030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15"/>
            <p:cNvSpPr/>
            <p:nvPr/>
          </p:nvSpPr>
          <p:spPr>
            <a:xfrm rot="10800000">
              <a:off x="3410828" y="22566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5"/>
            <p:cNvSpPr/>
            <p:nvPr/>
          </p:nvSpPr>
          <p:spPr>
            <a:xfrm rot="10800000">
              <a:off x="3051194" y="-336722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15"/>
            <p:cNvSpPr/>
            <p:nvPr/>
          </p:nvSpPr>
          <p:spPr>
            <a:xfrm rot="10800000">
              <a:off x="4937383" y="1365909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5"/>
            <p:cNvSpPr/>
            <p:nvPr/>
          </p:nvSpPr>
          <p:spPr>
            <a:xfrm rot="10800000">
              <a:off x="4577749" y="1008464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5"/>
            <p:cNvSpPr/>
            <p:nvPr/>
          </p:nvSpPr>
          <p:spPr>
            <a:xfrm rot="10800000">
              <a:off x="4220631" y="649126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5"/>
            <p:cNvSpPr/>
            <p:nvPr/>
          </p:nvSpPr>
          <p:spPr>
            <a:xfrm rot="10800000">
              <a:off x="3860998" y="291662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5"/>
            <p:cNvSpPr/>
            <p:nvPr/>
          </p:nvSpPr>
          <p:spPr>
            <a:xfrm rot="10800000">
              <a:off x="3503880" y="-67971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5"/>
            <p:cNvSpPr/>
            <p:nvPr/>
          </p:nvSpPr>
          <p:spPr>
            <a:xfrm rot="10800000">
              <a:off x="3144203" y="-429742"/>
              <a:ext cx="371956" cy="371956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5"/>
            <p:cNvSpPr/>
            <p:nvPr/>
          </p:nvSpPr>
          <p:spPr>
            <a:xfrm rot="10800000">
              <a:off x="5030435" y="1277560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5"/>
            <p:cNvSpPr/>
            <p:nvPr/>
          </p:nvSpPr>
          <p:spPr>
            <a:xfrm rot="10800000">
              <a:off x="4670801" y="917877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5"/>
            <p:cNvSpPr/>
            <p:nvPr/>
          </p:nvSpPr>
          <p:spPr>
            <a:xfrm rot="10800000">
              <a:off x="4308653" y="560758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5"/>
            <p:cNvSpPr/>
            <p:nvPr/>
          </p:nvSpPr>
          <p:spPr>
            <a:xfrm rot="10800000">
              <a:off x="3951535" y="201125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5"/>
            <p:cNvSpPr/>
            <p:nvPr/>
          </p:nvSpPr>
          <p:spPr>
            <a:xfrm rot="10800000">
              <a:off x="3591902" y="-160646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5"/>
            <p:cNvSpPr/>
            <p:nvPr/>
          </p:nvSpPr>
          <p:spPr>
            <a:xfrm rot="10800000">
              <a:off x="3234783" y="-518091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5"/>
            <p:cNvSpPr/>
            <p:nvPr/>
          </p:nvSpPr>
          <p:spPr>
            <a:xfrm rot="10800000">
              <a:off x="5118457" y="1186973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5"/>
            <p:cNvSpPr/>
            <p:nvPr/>
          </p:nvSpPr>
          <p:spPr>
            <a:xfrm rot="10800000">
              <a:off x="4761338" y="827685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5"/>
            <p:cNvSpPr/>
            <p:nvPr/>
          </p:nvSpPr>
          <p:spPr>
            <a:xfrm rot="10800000">
              <a:off x="4401705" y="467756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5"/>
            <p:cNvSpPr/>
            <p:nvPr/>
          </p:nvSpPr>
          <p:spPr>
            <a:xfrm rot="10800000">
              <a:off x="4041764" y="108450"/>
              <a:ext cx="372220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5"/>
            <p:cNvSpPr/>
            <p:nvPr/>
          </p:nvSpPr>
          <p:spPr>
            <a:xfrm rot="10800000">
              <a:off x="3682439" y="-249045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5"/>
            <p:cNvSpPr/>
            <p:nvPr/>
          </p:nvSpPr>
          <p:spPr>
            <a:xfrm rot="10800000">
              <a:off x="3325013" y="-608678"/>
              <a:ext cx="372220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0" name="Google Shape;680;p15"/>
          <p:cNvGrpSpPr/>
          <p:nvPr/>
        </p:nvGrpSpPr>
        <p:grpSpPr>
          <a:xfrm>
            <a:off x="994382" y="-439725"/>
            <a:ext cx="5714218" cy="5229002"/>
            <a:chOff x="978615" y="-382676"/>
            <a:chExt cx="5714218" cy="5229002"/>
          </a:xfrm>
        </p:grpSpPr>
        <p:sp>
          <p:nvSpPr>
            <p:cNvPr id="681" name="Google Shape;681;p15"/>
            <p:cNvSpPr/>
            <p:nvPr/>
          </p:nvSpPr>
          <p:spPr>
            <a:xfrm>
              <a:off x="5740333" y="-382676"/>
              <a:ext cx="952500" cy="952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2" name="Google Shape;682;p15"/>
            <p:cNvGrpSpPr/>
            <p:nvPr/>
          </p:nvGrpSpPr>
          <p:grpSpPr>
            <a:xfrm>
              <a:off x="978615" y="4361655"/>
              <a:ext cx="854919" cy="484671"/>
              <a:chOff x="713240" y="4371492"/>
              <a:chExt cx="854919" cy="484671"/>
            </a:xfrm>
          </p:grpSpPr>
          <p:grpSp>
            <p:nvGrpSpPr>
              <p:cNvPr id="683" name="Google Shape;683;p15"/>
              <p:cNvGrpSpPr/>
              <p:nvPr/>
            </p:nvGrpSpPr>
            <p:grpSpPr>
              <a:xfrm>
                <a:off x="713240" y="4775292"/>
                <a:ext cx="854919" cy="80871"/>
                <a:chOff x="1528400" y="4392825"/>
                <a:chExt cx="1959475" cy="185400"/>
              </a:xfrm>
            </p:grpSpPr>
            <p:sp>
              <p:nvSpPr>
                <p:cNvPr id="684" name="Google Shape;684;p15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85" name="Google Shape;685;p15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86" name="Google Shape;686;p15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87" name="Google Shape;687;p15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88" name="Google Shape;688;p15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89" name="Google Shape;689;p15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690" name="Google Shape;690;p15"/>
              <p:cNvGrpSpPr/>
              <p:nvPr/>
            </p:nvGrpSpPr>
            <p:grpSpPr>
              <a:xfrm>
                <a:off x="713240" y="4573392"/>
                <a:ext cx="854919" cy="80871"/>
                <a:chOff x="1528400" y="4392825"/>
                <a:chExt cx="1959475" cy="185400"/>
              </a:xfrm>
            </p:grpSpPr>
            <p:sp>
              <p:nvSpPr>
                <p:cNvPr id="691" name="Google Shape;691;p15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92" name="Google Shape;692;p15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93" name="Google Shape;693;p15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94" name="Google Shape;694;p15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95" name="Google Shape;695;p15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96" name="Google Shape;696;p15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697" name="Google Shape;697;p15"/>
              <p:cNvGrpSpPr/>
              <p:nvPr/>
            </p:nvGrpSpPr>
            <p:grpSpPr>
              <a:xfrm>
                <a:off x="713240" y="4371492"/>
                <a:ext cx="854919" cy="80871"/>
                <a:chOff x="1528400" y="4392825"/>
                <a:chExt cx="1959475" cy="185400"/>
              </a:xfrm>
            </p:grpSpPr>
            <p:sp>
              <p:nvSpPr>
                <p:cNvPr id="698" name="Google Shape;698;p15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699" name="Google Shape;699;p15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700" name="Google Shape;700;p15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701" name="Google Shape;701;p15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702" name="Google Shape;702;p15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703" name="Google Shape;703;p15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  <p:sp>
        <p:nvSpPr>
          <p:cNvPr id="704" name="Google Shape;704;p15"/>
          <p:cNvSpPr txBox="1">
            <a:spLocks noGrp="1"/>
          </p:cNvSpPr>
          <p:nvPr>
            <p:ph type="title"/>
          </p:nvPr>
        </p:nvSpPr>
        <p:spPr>
          <a:xfrm>
            <a:off x="5057900" y="2509725"/>
            <a:ext cx="33000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05" name="Google Shape;705;p15"/>
          <p:cNvSpPr txBox="1">
            <a:spLocks noGrp="1"/>
          </p:cNvSpPr>
          <p:nvPr>
            <p:ph type="subTitle" idx="1"/>
          </p:nvPr>
        </p:nvSpPr>
        <p:spPr>
          <a:xfrm>
            <a:off x="5057900" y="3111700"/>
            <a:ext cx="3300000" cy="8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5"/>
          <p:cNvSpPr>
            <a:spLocks noGrp="1"/>
          </p:cNvSpPr>
          <p:nvPr>
            <p:ph type="pic" idx="2"/>
          </p:nvPr>
        </p:nvSpPr>
        <p:spPr>
          <a:xfrm>
            <a:off x="903350" y="687484"/>
            <a:ext cx="2186100" cy="316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vi-VN"/>
          </a:p>
        </p:txBody>
      </p:sp>
      <p:sp>
        <p:nvSpPr>
          <p:cNvPr id="707" name="Google Shape;707;p15"/>
          <p:cNvSpPr>
            <a:spLocks noGrp="1"/>
          </p:cNvSpPr>
          <p:nvPr>
            <p:ph type="pic" idx="3"/>
          </p:nvPr>
        </p:nvSpPr>
        <p:spPr>
          <a:xfrm>
            <a:off x="2735324" y="2476210"/>
            <a:ext cx="2145300" cy="2127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vi-VN"/>
          </a:p>
        </p:txBody>
      </p:sp>
      <p:sp>
        <p:nvSpPr>
          <p:cNvPr id="708" name="Google Shape;708;p15"/>
          <p:cNvSpPr>
            <a:spLocks noGrp="1"/>
          </p:cNvSpPr>
          <p:nvPr>
            <p:ph type="pic" idx="4"/>
          </p:nvPr>
        </p:nvSpPr>
        <p:spPr>
          <a:xfrm>
            <a:off x="3320739" y="512775"/>
            <a:ext cx="2267700" cy="1784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03" name="Google Shape;1003;p20"/>
          <p:cNvSpPr txBox="1">
            <a:spLocks noGrp="1"/>
          </p:cNvSpPr>
          <p:nvPr>
            <p:ph type="subTitle" idx="1"/>
          </p:nvPr>
        </p:nvSpPr>
        <p:spPr>
          <a:xfrm>
            <a:off x="720000" y="188700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4" name="Google Shape;1004;p20"/>
          <p:cNvSpPr txBox="1">
            <a:spLocks noGrp="1"/>
          </p:cNvSpPr>
          <p:nvPr>
            <p:ph type="subTitle" idx="2"/>
          </p:nvPr>
        </p:nvSpPr>
        <p:spPr>
          <a:xfrm>
            <a:off x="3384799" y="188700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20"/>
          <p:cNvSpPr txBox="1">
            <a:spLocks noGrp="1"/>
          </p:cNvSpPr>
          <p:nvPr>
            <p:ph type="subTitle" idx="3"/>
          </p:nvPr>
        </p:nvSpPr>
        <p:spPr>
          <a:xfrm>
            <a:off x="720000" y="368480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20"/>
          <p:cNvSpPr txBox="1">
            <a:spLocks noGrp="1"/>
          </p:cNvSpPr>
          <p:nvPr>
            <p:ph type="subTitle" idx="4"/>
          </p:nvPr>
        </p:nvSpPr>
        <p:spPr>
          <a:xfrm>
            <a:off x="3384799" y="368480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7" name="Google Shape;1007;p20"/>
          <p:cNvSpPr txBox="1">
            <a:spLocks noGrp="1"/>
          </p:cNvSpPr>
          <p:nvPr>
            <p:ph type="subTitle" idx="5"/>
          </p:nvPr>
        </p:nvSpPr>
        <p:spPr>
          <a:xfrm>
            <a:off x="6049598" y="188700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8" name="Google Shape;1008;p20"/>
          <p:cNvSpPr txBox="1">
            <a:spLocks noGrp="1"/>
          </p:cNvSpPr>
          <p:nvPr>
            <p:ph type="subTitle" idx="6"/>
          </p:nvPr>
        </p:nvSpPr>
        <p:spPr>
          <a:xfrm>
            <a:off x="6049598" y="368480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9" name="Google Shape;1009;p20"/>
          <p:cNvSpPr txBox="1">
            <a:spLocks noGrp="1"/>
          </p:cNvSpPr>
          <p:nvPr>
            <p:ph type="subTitle" idx="7"/>
          </p:nvPr>
        </p:nvSpPr>
        <p:spPr>
          <a:xfrm>
            <a:off x="720000" y="1571850"/>
            <a:ext cx="237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010" name="Google Shape;1010;p20"/>
          <p:cNvSpPr txBox="1">
            <a:spLocks noGrp="1"/>
          </p:cNvSpPr>
          <p:nvPr>
            <p:ph type="subTitle" idx="8"/>
          </p:nvPr>
        </p:nvSpPr>
        <p:spPr>
          <a:xfrm>
            <a:off x="3386146" y="1571850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011" name="Google Shape;1011;p20"/>
          <p:cNvSpPr txBox="1">
            <a:spLocks noGrp="1"/>
          </p:cNvSpPr>
          <p:nvPr>
            <p:ph type="subTitle" idx="9"/>
          </p:nvPr>
        </p:nvSpPr>
        <p:spPr>
          <a:xfrm>
            <a:off x="6050943" y="1571850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012" name="Google Shape;1012;p20"/>
          <p:cNvSpPr txBox="1">
            <a:spLocks noGrp="1"/>
          </p:cNvSpPr>
          <p:nvPr>
            <p:ph type="subTitle" idx="13"/>
          </p:nvPr>
        </p:nvSpPr>
        <p:spPr>
          <a:xfrm>
            <a:off x="720000" y="3366424"/>
            <a:ext cx="237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013" name="Google Shape;1013;p20"/>
          <p:cNvSpPr txBox="1">
            <a:spLocks noGrp="1"/>
          </p:cNvSpPr>
          <p:nvPr>
            <p:ph type="subTitle" idx="14"/>
          </p:nvPr>
        </p:nvSpPr>
        <p:spPr>
          <a:xfrm>
            <a:off x="3386146" y="3366428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014" name="Google Shape;1014;p20"/>
          <p:cNvSpPr txBox="1">
            <a:spLocks noGrp="1"/>
          </p:cNvSpPr>
          <p:nvPr>
            <p:ph type="subTitle" idx="15"/>
          </p:nvPr>
        </p:nvSpPr>
        <p:spPr>
          <a:xfrm>
            <a:off x="6050943" y="3366428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grpSp>
        <p:nvGrpSpPr>
          <p:cNvPr id="1015" name="Google Shape;1015;p20"/>
          <p:cNvGrpSpPr/>
          <p:nvPr/>
        </p:nvGrpSpPr>
        <p:grpSpPr>
          <a:xfrm rot="5400000">
            <a:off x="-1156342" y="1336991"/>
            <a:ext cx="1872288" cy="1866825"/>
            <a:chOff x="3051194" y="-608678"/>
            <a:chExt cx="2441690" cy="2434566"/>
          </a:xfrm>
        </p:grpSpPr>
        <p:sp>
          <p:nvSpPr>
            <p:cNvPr id="1016" name="Google Shape;1016;p20"/>
            <p:cNvSpPr/>
            <p:nvPr/>
          </p:nvSpPr>
          <p:spPr>
            <a:xfrm rot="10800000">
              <a:off x="4846846" y="1458584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20"/>
            <p:cNvSpPr/>
            <p:nvPr/>
          </p:nvSpPr>
          <p:spPr>
            <a:xfrm rot="10800000">
              <a:off x="4489727" y="1096813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20"/>
            <p:cNvSpPr/>
            <p:nvPr/>
          </p:nvSpPr>
          <p:spPr>
            <a:xfrm rot="10800000">
              <a:off x="4130094" y="739368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20"/>
            <p:cNvSpPr/>
            <p:nvPr/>
          </p:nvSpPr>
          <p:spPr>
            <a:xfrm rot="10800000">
              <a:off x="3772976" y="380030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20"/>
            <p:cNvSpPr/>
            <p:nvPr/>
          </p:nvSpPr>
          <p:spPr>
            <a:xfrm rot="10800000">
              <a:off x="3410828" y="22566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20"/>
            <p:cNvSpPr/>
            <p:nvPr/>
          </p:nvSpPr>
          <p:spPr>
            <a:xfrm rot="10800000">
              <a:off x="3051194" y="-336722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20"/>
            <p:cNvSpPr/>
            <p:nvPr/>
          </p:nvSpPr>
          <p:spPr>
            <a:xfrm rot="10800000">
              <a:off x="4937383" y="1365909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20"/>
            <p:cNvSpPr/>
            <p:nvPr/>
          </p:nvSpPr>
          <p:spPr>
            <a:xfrm rot="10800000">
              <a:off x="4577749" y="1008464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20"/>
            <p:cNvSpPr/>
            <p:nvPr/>
          </p:nvSpPr>
          <p:spPr>
            <a:xfrm rot="10800000">
              <a:off x="4220631" y="649126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20"/>
            <p:cNvSpPr/>
            <p:nvPr/>
          </p:nvSpPr>
          <p:spPr>
            <a:xfrm rot="10800000">
              <a:off x="3860998" y="291662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20"/>
            <p:cNvSpPr/>
            <p:nvPr/>
          </p:nvSpPr>
          <p:spPr>
            <a:xfrm rot="10800000">
              <a:off x="3503880" y="-67971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20"/>
            <p:cNvSpPr/>
            <p:nvPr/>
          </p:nvSpPr>
          <p:spPr>
            <a:xfrm rot="10800000">
              <a:off x="3144203" y="-429742"/>
              <a:ext cx="371956" cy="371956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20"/>
            <p:cNvSpPr/>
            <p:nvPr/>
          </p:nvSpPr>
          <p:spPr>
            <a:xfrm rot="10800000">
              <a:off x="5030435" y="1277560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20"/>
            <p:cNvSpPr/>
            <p:nvPr/>
          </p:nvSpPr>
          <p:spPr>
            <a:xfrm rot="10800000">
              <a:off x="4670801" y="917877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20"/>
            <p:cNvSpPr/>
            <p:nvPr/>
          </p:nvSpPr>
          <p:spPr>
            <a:xfrm rot="10800000">
              <a:off x="4308653" y="560758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20"/>
            <p:cNvSpPr/>
            <p:nvPr/>
          </p:nvSpPr>
          <p:spPr>
            <a:xfrm rot="10800000">
              <a:off x="3951535" y="201125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20"/>
            <p:cNvSpPr/>
            <p:nvPr/>
          </p:nvSpPr>
          <p:spPr>
            <a:xfrm rot="10800000">
              <a:off x="3591902" y="-160646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20"/>
            <p:cNvSpPr/>
            <p:nvPr/>
          </p:nvSpPr>
          <p:spPr>
            <a:xfrm rot="10800000">
              <a:off x="3234783" y="-518091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20"/>
            <p:cNvSpPr/>
            <p:nvPr/>
          </p:nvSpPr>
          <p:spPr>
            <a:xfrm rot="10800000">
              <a:off x="5118457" y="1186973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20"/>
            <p:cNvSpPr/>
            <p:nvPr/>
          </p:nvSpPr>
          <p:spPr>
            <a:xfrm rot="10800000">
              <a:off x="4761338" y="827685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20"/>
            <p:cNvSpPr/>
            <p:nvPr/>
          </p:nvSpPr>
          <p:spPr>
            <a:xfrm rot="10800000">
              <a:off x="4401705" y="467756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20"/>
            <p:cNvSpPr/>
            <p:nvPr/>
          </p:nvSpPr>
          <p:spPr>
            <a:xfrm rot="10800000">
              <a:off x="4041764" y="108450"/>
              <a:ext cx="372220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20"/>
            <p:cNvSpPr/>
            <p:nvPr/>
          </p:nvSpPr>
          <p:spPr>
            <a:xfrm rot="10800000">
              <a:off x="3682439" y="-249045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20"/>
            <p:cNvSpPr/>
            <p:nvPr/>
          </p:nvSpPr>
          <p:spPr>
            <a:xfrm rot="10800000">
              <a:off x="3325013" y="-608678"/>
              <a:ext cx="372220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0" name="Google Shape;1040;p20"/>
          <p:cNvSpPr/>
          <p:nvPr/>
        </p:nvSpPr>
        <p:spPr>
          <a:xfrm>
            <a:off x="6943126" y="-1048300"/>
            <a:ext cx="1585775" cy="1587795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1" name="Google Shape;1041;p20"/>
          <p:cNvGrpSpPr/>
          <p:nvPr/>
        </p:nvGrpSpPr>
        <p:grpSpPr>
          <a:xfrm rot="-5400000">
            <a:off x="8431196" y="4467120"/>
            <a:ext cx="709298" cy="142871"/>
            <a:chOff x="2043046" y="2365445"/>
            <a:chExt cx="709298" cy="142871"/>
          </a:xfrm>
        </p:grpSpPr>
        <p:sp>
          <p:nvSpPr>
            <p:cNvPr id="1042" name="Google Shape;1042;p20"/>
            <p:cNvSpPr/>
            <p:nvPr/>
          </p:nvSpPr>
          <p:spPr>
            <a:xfrm>
              <a:off x="2043046" y="2365445"/>
              <a:ext cx="178600" cy="142871"/>
            </a:xfrm>
            <a:custGeom>
              <a:avLst/>
              <a:gdLst/>
              <a:ahLst/>
              <a:cxnLst/>
              <a:rect l="l" t="t" r="r" b="b"/>
              <a:pathLst>
                <a:path w="70" h="56" extrusionOk="0">
                  <a:moveTo>
                    <a:pt x="70" y="56"/>
                  </a:moveTo>
                  <a:lnTo>
                    <a:pt x="0" y="56"/>
                  </a:lnTo>
                  <a:lnTo>
                    <a:pt x="36" y="0"/>
                  </a:lnTo>
                  <a:lnTo>
                    <a:pt x="70" y="5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2310946" y="2365445"/>
              <a:ext cx="178600" cy="142871"/>
            </a:xfrm>
            <a:custGeom>
              <a:avLst/>
              <a:gdLst/>
              <a:ahLst/>
              <a:cxnLst/>
              <a:rect l="l" t="t" r="r" b="b"/>
              <a:pathLst>
                <a:path w="70" h="56" extrusionOk="0">
                  <a:moveTo>
                    <a:pt x="70" y="56"/>
                  </a:moveTo>
                  <a:lnTo>
                    <a:pt x="0" y="56"/>
                  </a:lnTo>
                  <a:lnTo>
                    <a:pt x="34" y="0"/>
                  </a:lnTo>
                  <a:lnTo>
                    <a:pt x="70" y="5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2573743" y="2365445"/>
              <a:ext cx="178600" cy="142871"/>
            </a:xfrm>
            <a:custGeom>
              <a:avLst/>
              <a:gdLst/>
              <a:ahLst/>
              <a:cxnLst/>
              <a:rect l="l" t="t" r="r" b="b"/>
              <a:pathLst>
                <a:path w="70" h="56" extrusionOk="0">
                  <a:moveTo>
                    <a:pt x="70" y="56"/>
                  </a:moveTo>
                  <a:lnTo>
                    <a:pt x="0" y="56"/>
                  </a:lnTo>
                  <a:lnTo>
                    <a:pt x="35" y="0"/>
                  </a:lnTo>
                  <a:lnTo>
                    <a:pt x="70" y="5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53" name="Google Shape;1153;p22"/>
          <p:cNvSpPr/>
          <p:nvPr/>
        </p:nvSpPr>
        <p:spPr>
          <a:xfrm rot="10800000">
            <a:off x="8339725" y="0"/>
            <a:ext cx="1683776" cy="1685899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4" name="Google Shape;1154;p22"/>
          <p:cNvGrpSpPr/>
          <p:nvPr/>
        </p:nvGrpSpPr>
        <p:grpSpPr>
          <a:xfrm>
            <a:off x="267700" y="218970"/>
            <a:ext cx="9380638" cy="4669919"/>
            <a:chOff x="267700" y="218970"/>
            <a:chExt cx="9380638" cy="4669919"/>
          </a:xfrm>
        </p:grpSpPr>
        <p:grpSp>
          <p:nvGrpSpPr>
            <p:cNvPr id="1155" name="Google Shape;1155;p22"/>
            <p:cNvGrpSpPr/>
            <p:nvPr/>
          </p:nvGrpSpPr>
          <p:grpSpPr>
            <a:xfrm>
              <a:off x="267700" y="218970"/>
              <a:ext cx="1237444" cy="142871"/>
              <a:chOff x="2103451" y="4214000"/>
              <a:chExt cx="769938" cy="88900"/>
            </a:xfrm>
          </p:grpSpPr>
          <p:sp>
            <p:nvSpPr>
              <p:cNvPr id="1156" name="Google Shape;1156;p22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22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22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22"/>
              <p:cNvSpPr/>
              <p:nvPr/>
            </p:nvSpPr>
            <p:spPr>
              <a:xfrm>
                <a:off x="25987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4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22"/>
              <p:cNvSpPr/>
              <p:nvPr/>
            </p:nvSpPr>
            <p:spPr>
              <a:xfrm>
                <a:off x="27622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61" name="Google Shape;1161;p22"/>
            <p:cNvSpPr/>
            <p:nvPr/>
          </p:nvSpPr>
          <p:spPr>
            <a:xfrm rot="10800000">
              <a:off x="8677711" y="404924"/>
              <a:ext cx="970627" cy="485308"/>
            </a:xfrm>
            <a:custGeom>
              <a:avLst/>
              <a:gdLst/>
              <a:ahLst/>
              <a:cxnLst/>
              <a:rect l="l" t="t" r="r" b="b"/>
              <a:pathLst>
                <a:path w="666" h="333" extrusionOk="0">
                  <a:moveTo>
                    <a:pt x="666" y="0"/>
                  </a:moveTo>
                  <a:cubicBezTo>
                    <a:pt x="666" y="184"/>
                    <a:pt x="517" y="333"/>
                    <a:pt x="333" y="333"/>
                  </a:cubicBezTo>
                  <a:cubicBezTo>
                    <a:pt x="149" y="333"/>
                    <a:pt x="0" y="184"/>
                    <a:pt x="0" y="0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2" name="Google Shape;1162;p22"/>
            <p:cNvGrpSpPr/>
            <p:nvPr/>
          </p:nvGrpSpPr>
          <p:grpSpPr>
            <a:xfrm>
              <a:off x="3607240" y="4808017"/>
              <a:ext cx="854919" cy="80871"/>
              <a:chOff x="1528400" y="4392825"/>
              <a:chExt cx="1959475" cy="185400"/>
            </a:xfrm>
          </p:grpSpPr>
          <p:sp>
            <p:nvSpPr>
              <p:cNvPr id="1163" name="Google Shape;1163;p22"/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64" name="Google Shape;1164;p22"/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65" name="Google Shape;1165;p22"/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66" name="Google Shape;1166;p22"/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68" name="Google Shape;1168;p22"/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5"/>
          <p:cNvSpPr txBox="1">
            <a:spLocks noGrp="1"/>
          </p:cNvSpPr>
          <p:nvPr>
            <p:ph type="title"/>
          </p:nvPr>
        </p:nvSpPr>
        <p:spPr>
          <a:xfrm>
            <a:off x="2347963" y="9876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9" name="Google Shape;1369;p25"/>
          <p:cNvSpPr txBox="1">
            <a:spLocks noGrp="1"/>
          </p:cNvSpPr>
          <p:nvPr>
            <p:ph type="subTitle" idx="1"/>
          </p:nvPr>
        </p:nvSpPr>
        <p:spPr>
          <a:xfrm>
            <a:off x="2347925" y="1990309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371" name="Google Shape;1371;p25"/>
          <p:cNvGrpSpPr/>
          <p:nvPr/>
        </p:nvGrpSpPr>
        <p:grpSpPr>
          <a:xfrm>
            <a:off x="613648" y="-491152"/>
            <a:ext cx="7979973" cy="5062980"/>
            <a:chOff x="613648" y="-491152"/>
            <a:chExt cx="7979973" cy="5062980"/>
          </a:xfrm>
        </p:grpSpPr>
        <p:sp>
          <p:nvSpPr>
            <p:cNvPr id="1372" name="Google Shape;1372;p25"/>
            <p:cNvSpPr/>
            <p:nvPr/>
          </p:nvSpPr>
          <p:spPr>
            <a:xfrm>
              <a:off x="5614038" y="-491152"/>
              <a:ext cx="952500" cy="952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73" name="Google Shape;1373;p25"/>
            <p:cNvGrpSpPr/>
            <p:nvPr/>
          </p:nvGrpSpPr>
          <p:grpSpPr>
            <a:xfrm rot="-5400000">
              <a:off x="331711" y="4147018"/>
              <a:ext cx="706746" cy="142871"/>
              <a:chOff x="2103451" y="4214000"/>
              <a:chExt cx="439738" cy="88900"/>
            </a:xfrm>
          </p:grpSpPr>
          <p:sp>
            <p:nvSpPr>
              <p:cNvPr id="1374" name="Google Shape;1374;p25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7" name="Google Shape;1377;p25"/>
            <p:cNvGrpSpPr/>
            <p:nvPr/>
          </p:nvGrpSpPr>
          <p:grpSpPr>
            <a:xfrm>
              <a:off x="7738702" y="2741142"/>
              <a:ext cx="854919" cy="80871"/>
              <a:chOff x="1528400" y="4392825"/>
              <a:chExt cx="1959475" cy="185400"/>
            </a:xfrm>
          </p:grpSpPr>
          <p:sp>
            <p:nvSpPr>
              <p:cNvPr id="1378" name="Google Shape;1378;p25"/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384" name="Google Shape;1384;p25"/>
          <p:cNvGrpSpPr/>
          <p:nvPr/>
        </p:nvGrpSpPr>
        <p:grpSpPr>
          <a:xfrm>
            <a:off x="-907475" y="-1017800"/>
            <a:ext cx="7790650" cy="2450251"/>
            <a:chOff x="-907475" y="-1017800"/>
            <a:chExt cx="7790650" cy="2450251"/>
          </a:xfrm>
        </p:grpSpPr>
        <p:sp>
          <p:nvSpPr>
            <p:cNvPr id="1385" name="Google Shape;1385;p25"/>
            <p:cNvSpPr/>
            <p:nvPr/>
          </p:nvSpPr>
          <p:spPr>
            <a:xfrm>
              <a:off x="5297401" y="-80880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25"/>
            <p:cNvSpPr/>
            <p:nvPr/>
          </p:nvSpPr>
          <p:spPr>
            <a:xfrm>
              <a:off x="-907475" y="-1017800"/>
              <a:ext cx="2447126" cy="2450251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7" name="Google Shape;1387;p25"/>
          <p:cNvGrpSpPr/>
          <p:nvPr/>
        </p:nvGrpSpPr>
        <p:grpSpPr>
          <a:xfrm rot="-5400000">
            <a:off x="5499882" y="4456047"/>
            <a:ext cx="4249916" cy="2447141"/>
            <a:chOff x="5319726" y="23000"/>
            <a:chExt cx="2682689" cy="1544717"/>
          </a:xfrm>
        </p:grpSpPr>
        <p:sp>
          <p:nvSpPr>
            <p:cNvPr id="1388" name="Google Shape;1388;p25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25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25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25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25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25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25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25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25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25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25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25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25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25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25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25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25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25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25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25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25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25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25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25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25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25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25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25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25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25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25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25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25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25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25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25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25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25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25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25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25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25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25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25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25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25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25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25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25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25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25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25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25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25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25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25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25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25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25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25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25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25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25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25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25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25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25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25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25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25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25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25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25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25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25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25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25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25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25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25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25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25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25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25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3" name="Google Shape;1473;p26"/>
          <p:cNvGrpSpPr/>
          <p:nvPr/>
        </p:nvGrpSpPr>
        <p:grpSpPr>
          <a:xfrm rot="10800000">
            <a:off x="1598307" y="-1478328"/>
            <a:ext cx="4249916" cy="2447141"/>
            <a:chOff x="5319726" y="23000"/>
            <a:chExt cx="2682689" cy="1544717"/>
          </a:xfrm>
        </p:grpSpPr>
        <p:sp>
          <p:nvSpPr>
            <p:cNvPr id="1474" name="Google Shape;1474;p26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26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26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26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26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26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26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26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26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26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26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26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26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26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26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26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26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26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26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26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26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26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26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26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26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26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26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26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26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26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26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26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26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26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26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26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26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26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26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26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26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26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26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26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26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26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26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26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26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26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26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26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26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26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26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26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26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26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26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26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26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26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26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26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26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26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26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26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26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26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26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26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26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26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26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26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26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26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26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26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26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26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26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26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8" name="Google Shape;1558;p26"/>
          <p:cNvGrpSpPr/>
          <p:nvPr/>
        </p:nvGrpSpPr>
        <p:grpSpPr>
          <a:xfrm>
            <a:off x="-555912" y="965878"/>
            <a:ext cx="10235018" cy="3856338"/>
            <a:chOff x="-555912" y="965878"/>
            <a:chExt cx="10235018" cy="3856338"/>
          </a:xfrm>
        </p:grpSpPr>
        <p:sp>
          <p:nvSpPr>
            <p:cNvPr id="1559" name="Google Shape;1559;p26"/>
            <p:cNvSpPr/>
            <p:nvPr/>
          </p:nvSpPr>
          <p:spPr>
            <a:xfrm>
              <a:off x="-555912" y="3409198"/>
              <a:ext cx="952500" cy="952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0" name="Google Shape;1560;p26"/>
            <p:cNvGrpSpPr/>
            <p:nvPr/>
          </p:nvGrpSpPr>
          <p:grpSpPr>
            <a:xfrm>
              <a:off x="6233500" y="4679345"/>
              <a:ext cx="1237444" cy="142871"/>
              <a:chOff x="2103451" y="4214000"/>
              <a:chExt cx="769938" cy="88900"/>
            </a:xfrm>
          </p:grpSpPr>
          <p:sp>
            <p:nvSpPr>
              <p:cNvPr id="1561" name="Google Shape;1561;p26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2" name="Google Shape;1562;p26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3" name="Google Shape;1563;p26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564;p26"/>
              <p:cNvSpPr/>
              <p:nvPr/>
            </p:nvSpPr>
            <p:spPr>
              <a:xfrm>
                <a:off x="25987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4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565;p26"/>
              <p:cNvSpPr/>
              <p:nvPr/>
            </p:nvSpPr>
            <p:spPr>
              <a:xfrm>
                <a:off x="27622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66" name="Google Shape;1566;p26"/>
            <p:cNvSpPr/>
            <p:nvPr/>
          </p:nvSpPr>
          <p:spPr>
            <a:xfrm>
              <a:off x="8400565" y="965878"/>
              <a:ext cx="1278541" cy="127854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7" name="Google Shape;1567;p26"/>
          <p:cNvGrpSpPr/>
          <p:nvPr/>
        </p:nvGrpSpPr>
        <p:grpSpPr>
          <a:xfrm>
            <a:off x="-872549" y="539500"/>
            <a:ext cx="10976678" cy="4139845"/>
            <a:chOff x="-872549" y="539500"/>
            <a:chExt cx="10976678" cy="4139845"/>
          </a:xfrm>
        </p:grpSpPr>
        <p:sp>
          <p:nvSpPr>
            <p:cNvPr id="1568" name="Google Shape;1568;p26"/>
            <p:cNvSpPr/>
            <p:nvPr/>
          </p:nvSpPr>
          <p:spPr>
            <a:xfrm>
              <a:off x="-872549" y="3091550"/>
              <a:ext cx="1585775" cy="1587795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26"/>
            <p:cNvSpPr/>
            <p:nvPr/>
          </p:nvSpPr>
          <p:spPr>
            <a:xfrm>
              <a:off x="7975543" y="539500"/>
              <a:ext cx="2128585" cy="2131297"/>
            </a:xfrm>
            <a:custGeom>
              <a:avLst/>
              <a:gdLst/>
              <a:ahLst/>
              <a:cxnLst/>
              <a:rect l="l" t="t" r="r" b="b"/>
              <a:pathLst>
                <a:path w="785" h="786" extrusionOk="0">
                  <a:moveTo>
                    <a:pt x="393" y="786"/>
                  </a:moveTo>
                  <a:cubicBezTo>
                    <a:pt x="176" y="786"/>
                    <a:pt x="0" y="609"/>
                    <a:pt x="0" y="393"/>
                  </a:cubicBezTo>
                  <a:cubicBezTo>
                    <a:pt x="0" y="176"/>
                    <a:pt x="176" y="0"/>
                    <a:pt x="393" y="0"/>
                  </a:cubicBezTo>
                  <a:cubicBezTo>
                    <a:pt x="609" y="0"/>
                    <a:pt x="785" y="176"/>
                    <a:pt x="785" y="393"/>
                  </a:cubicBezTo>
                  <a:cubicBezTo>
                    <a:pt x="785" y="609"/>
                    <a:pt x="609" y="786"/>
                    <a:pt x="393" y="786"/>
                  </a:cubicBezTo>
                  <a:close/>
                  <a:moveTo>
                    <a:pt x="393" y="4"/>
                  </a:moveTo>
                  <a:cubicBezTo>
                    <a:pt x="178" y="4"/>
                    <a:pt x="4" y="178"/>
                    <a:pt x="4" y="393"/>
                  </a:cubicBezTo>
                  <a:cubicBezTo>
                    <a:pt x="4" y="607"/>
                    <a:pt x="178" y="782"/>
                    <a:pt x="393" y="782"/>
                  </a:cubicBezTo>
                  <a:cubicBezTo>
                    <a:pt x="607" y="782"/>
                    <a:pt x="781" y="607"/>
                    <a:pt x="781" y="393"/>
                  </a:cubicBezTo>
                  <a:cubicBezTo>
                    <a:pt x="781" y="178"/>
                    <a:pt x="607" y="4"/>
                    <a:pt x="39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27"/>
          <p:cNvSpPr/>
          <p:nvPr/>
        </p:nvSpPr>
        <p:spPr>
          <a:xfrm rot="10800000">
            <a:off x="-633800" y="864150"/>
            <a:ext cx="1683776" cy="1685899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2" name="Google Shape;1572;p27"/>
          <p:cNvGrpSpPr/>
          <p:nvPr/>
        </p:nvGrpSpPr>
        <p:grpSpPr>
          <a:xfrm>
            <a:off x="-295814" y="539506"/>
            <a:ext cx="8977937" cy="4384110"/>
            <a:chOff x="-295814" y="539506"/>
            <a:chExt cx="8977937" cy="4384110"/>
          </a:xfrm>
        </p:grpSpPr>
        <p:grpSp>
          <p:nvGrpSpPr>
            <p:cNvPr id="1573" name="Google Shape;1573;p27"/>
            <p:cNvGrpSpPr/>
            <p:nvPr/>
          </p:nvGrpSpPr>
          <p:grpSpPr>
            <a:xfrm>
              <a:off x="5415875" y="4780745"/>
              <a:ext cx="1237444" cy="142871"/>
              <a:chOff x="2103451" y="4214000"/>
              <a:chExt cx="769938" cy="88900"/>
            </a:xfrm>
          </p:grpSpPr>
          <p:sp>
            <p:nvSpPr>
              <p:cNvPr id="1574" name="Google Shape;1574;p27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27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27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7" name="Google Shape;1577;p27"/>
              <p:cNvSpPr/>
              <p:nvPr/>
            </p:nvSpPr>
            <p:spPr>
              <a:xfrm>
                <a:off x="25987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4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27"/>
              <p:cNvSpPr/>
              <p:nvPr/>
            </p:nvSpPr>
            <p:spPr>
              <a:xfrm>
                <a:off x="27622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79" name="Google Shape;1579;p27"/>
            <p:cNvSpPr/>
            <p:nvPr/>
          </p:nvSpPr>
          <p:spPr>
            <a:xfrm rot="10800000">
              <a:off x="-295814" y="1269074"/>
              <a:ext cx="970627" cy="485308"/>
            </a:xfrm>
            <a:custGeom>
              <a:avLst/>
              <a:gdLst/>
              <a:ahLst/>
              <a:cxnLst/>
              <a:rect l="l" t="t" r="r" b="b"/>
              <a:pathLst>
                <a:path w="666" h="333" extrusionOk="0">
                  <a:moveTo>
                    <a:pt x="666" y="0"/>
                  </a:moveTo>
                  <a:cubicBezTo>
                    <a:pt x="666" y="184"/>
                    <a:pt x="517" y="333"/>
                    <a:pt x="333" y="333"/>
                  </a:cubicBezTo>
                  <a:cubicBezTo>
                    <a:pt x="149" y="333"/>
                    <a:pt x="0" y="184"/>
                    <a:pt x="0" y="0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80" name="Google Shape;1580;p27"/>
            <p:cNvGrpSpPr/>
            <p:nvPr/>
          </p:nvGrpSpPr>
          <p:grpSpPr>
            <a:xfrm>
              <a:off x="8430776" y="539506"/>
              <a:ext cx="251346" cy="854919"/>
              <a:chOff x="3909026" y="4335756"/>
              <a:chExt cx="251346" cy="854919"/>
            </a:xfrm>
          </p:grpSpPr>
          <p:grpSp>
            <p:nvGrpSpPr>
              <p:cNvPr id="1581" name="Google Shape;1581;p27"/>
              <p:cNvGrpSpPr/>
              <p:nvPr/>
            </p:nvGrpSpPr>
            <p:grpSpPr>
              <a:xfrm rot="5400000">
                <a:off x="3522002" y="4722780"/>
                <a:ext cx="854919" cy="80871"/>
                <a:chOff x="1528400" y="4392825"/>
                <a:chExt cx="1959475" cy="185400"/>
              </a:xfrm>
            </p:grpSpPr>
            <p:sp>
              <p:nvSpPr>
                <p:cNvPr id="1582" name="Google Shape;1582;p27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83" name="Google Shape;1583;p27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84" name="Google Shape;1584;p27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85" name="Google Shape;1585;p27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86" name="Google Shape;1586;p27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87" name="Google Shape;1587;p27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588" name="Google Shape;1588;p27"/>
              <p:cNvGrpSpPr/>
              <p:nvPr/>
            </p:nvGrpSpPr>
            <p:grpSpPr>
              <a:xfrm rot="5400000">
                <a:off x="3692477" y="4722780"/>
                <a:ext cx="854919" cy="80871"/>
                <a:chOff x="1528400" y="4392825"/>
                <a:chExt cx="1959475" cy="185400"/>
              </a:xfrm>
            </p:grpSpPr>
            <p:sp>
              <p:nvSpPr>
                <p:cNvPr id="1589" name="Google Shape;1589;p27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90" name="Google Shape;1590;p27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91" name="Google Shape;1591;p27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92" name="Google Shape;1592;p27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93" name="Google Shape;1593;p27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1594" name="Google Shape;1594;p27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4"/>
          <p:cNvGrpSpPr/>
          <p:nvPr/>
        </p:nvGrpSpPr>
        <p:grpSpPr>
          <a:xfrm>
            <a:off x="7197263" y="-133187"/>
            <a:ext cx="1536947" cy="4879950"/>
            <a:chOff x="7197263" y="-133187"/>
            <a:chExt cx="1536947" cy="4879950"/>
          </a:xfrm>
        </p:grpSpPr>
        <p:sp>
          <p:nvSpPr>
            <p:cNvPr id="135" name="Google Shape;135;p4"/>
            <p:cNvSpPr/>
            <p:nvPr/>
          </p:nvSpPr>
          <p:spPr>
            <a:xfrm>
              <a:off x="7197263" y="-133187"/>
              <a:ext cx="1345383" cy="672692"/>
            </a:xfrm>
            <a:custGeom>
              <a:avLst/>
              <a:gdLst/>
              <a:ahLst/>
              <a:cxnLst/>
              <a:rect l="l" t="t" r="r" b="b"/>
              <a:pathLst>
                <a:path w="666" h="333" extrusionOk="0">
                  <a:moveTo>
                    <a:pt x="666" y="0"/>
                  </a:moveTo>
                  <a:cubicBezTo>
                    <a:pt x="666" y="184"/>
                    <a:pt x="517" y="333"/>
                    <a:pt x="333" y="333"/>
                  </a:cubicBezTo>
                  <a:cubicBezTo>
                    <a:pt x="149" y="333"/>
                    <a:pt x="0" y="184"/>
                    <a:pt x="0" y="0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6" name="Google Shape;136;p4"/>
            <p:cNvGrpSpPr/>
            <p:nvPr/>
          </p:nvGrpSpPr>
          <p:grpSpPr>
            <a:xfrm rot="-5400000">
              <a:off x="8266315" y="4278867"/>
              <a:ext cx="854919" cy="80871"/>
              <a:chOff x="1528400" y="4392825"/>
              <a:chExt cx="1959475" cy="185400"/>
            </a:xfrm>
          </p:grpSpPr>
          <p:sp>
            <p:nvSpPr>
              <p:cNvPr id="138" name="Google Shape;138;p4"/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31" name="Google Shape;1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"/>
          <p:cNvSpPr txBox="1">
            <a:spLocks noGrp="1"/>
          </p:cNvSpPr>
          <p:nvPr>
            <p:ph type="body" idx="1"/>
          </p:nvPr>
        </p:nvSpPr>
        <p:spPr>
          <a:xfrm>
            <a:off x="720000" y="1111776"/>
            <a:ext cx="7704000" cy="3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-790024" y="4353775"/>
            <a:ext cx="1585775" cy="1587795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6232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3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610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9" name="Google Shape;509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8953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0" name="Google Shape;510;p13"/>
          <p:cNvSpPr txBox="1">
            <a:spLocks noGrp="1"/>
          </p:cNvSpPr>
          <p:nvPr>
            <p:ph type="title" idx="4" hasCustomPrompt="1"/>
          </p:nvPr>
        </p:nvSpPr>
        <p:spPr>
          <a:xfrm>
            <a:off x="3306000" y="1610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1" name="Google Shape;511;p13"/>
          <p:cNvSpPr txBox="1">
            <a:spLocks noGrp="1"/>
          </p:cNvSpPr>
          <p:nvPr>
            <p:ph type="title" idx="5" hasCustomPrompt="1"/>
          </p:nvPr>
        </p:nvSpPr>
        <p:spPr>
          <a:xfrm>
            <a:off x="3306000" y="28953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2" name="Google Shape;512;p13"/>
          <p:cNvSpPr txBox="1">
            <a:spLocks noGrp="1"/>
          </p:cNvSpPr>
          <p:nvPr>
            <p:ph type="title" idx="6" hasCustomPrompt="1"/>
          </p:nvPr>
        </p:nvSpPr>
        <p:spPr>
          <a:xfrm>
            <a:off x="5892000" y="1610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3" name="Google Shape;513;p13"/>
          <p:cNvSpPr txBox="1">
            <a:spLocks noGrp="1"/>
          </p:cNvSpPr>
          <p:nvPr>
            <p:ph type="title" idx="7" hasCustomPrompt="1"/>
          </p:nvPr>
        </p:nvSpPr>
        <p:spPr>
          <a:xfrm>
            <a:off x="5892000" y="28953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4" name="Google Shape;514;p13"/>
          <p:cNvSpPr txBox="1">
            <a:spLocks noGrp="1"/>
          </p:cNvSpPr>
          <p:nvPr>
            <p:ph type="subTitle" idx="1"/>
          </p:nvPr>
        </p:nvSpPr>
        <p:spPr>
          <a:xfrm>
            <a:off x="720000" y="2012125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15" name="Google Shape;515;p13"/>
          <p:cNvSpPr txBox="1">
            <a:spLocks noGrp="1"/>
          </p:cNvSpPr>
          <p:nvPr>
            <p:ph type="subTitle" idx="8"/>
          </p:nvPr>
        </p:nvSpPr>
        <p:spPr>
          <a:xfrm>
            <a:off x="3306000" y="2012125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16" name="Google Shape;516;p13"/>
          <p:cNvSpPr txBox="1">
            <a:spLocks noGrp="1"/>
          </p:cNvSpPr>
          <p:nvPr>
            <p:ph type="subTitle" idx="9"/>
          </p:nvPr>
        </p:nvSpPr>
        <p:spPr>
          <a:xfrm>
            <a:off x="5892000" y="2012125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17" name="Google Shape;517;p13"/>
          <p:cNvSpPr txBox="1">
            <a:spLocks noGrp="1"/>
          </p:cNvSpPr>
          <p:nvPr>
            <p:ph type="subTitle" idx="13"/>
          </p:nvPr>
        </p:nvSpPr>
        <p:spPr>
          <a:xfrm>
            <a:off x="720000" y="3297350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18" name="Google Shape;518;p13"/>
          <p:cNvSpPr txBox="1">
            <a:spLocks noGrp="1"/>
          </p:cNvSpPr>
          <p:nvPr>
            <p:ph type="subTitle" idx="14"/>
          </p:nvPr>
        </p:nvSpPr>
        <p:spPr>
          <a:xfrm>
            <a:off x="3306000" y="3297350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19" name="Google Shape;519;p13"/>
          <p:cNvSpPr txBox="1">
            <a:spLocks noGrp="1"/>
          </p:cNvSpPr>
          <p:nvPr>
            <p:ph type="subTitle" idx="15"/>
          </p:nvPr>
        </p:nvSpPr>
        <p:spPr>
          <a:xfrm>
            <a:off x="5892000" y="3297350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grpSp>
        <p:nvGrpSpPr>
          <p:cNvPr id="520" name="Google Shape;520;p13"/>
          <p:cNvGrpSpPr/>
          <p:nvPr/>
        </p:nvGrpSpPr>
        <p:grpSpPr>
          <a:xfrm rot="10800000" flipH="1">
            <a:off x="-3193756" y="-510953"/>
            <a:ext cx="4249916" cy="2447141"/>
            <a:chOff x="5319726" y="23000"/>
            <a:chExt cx="2682689" cy="1544717"/>
          </a:xfrm>
        </p:grpSpPr>
        <p:sp>
          <p:nvSpPr>
            <p:cNvPr id="521" name="Google Shape;521;p13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3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3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3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3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3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3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3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3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3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3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3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3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3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3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3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3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3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3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3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13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13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3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3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3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3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3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3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3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3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3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3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3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3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5" name="Google Shape;605;p13"/>
          <p:cNvSpPr/>
          <p:nvPr/>
        </p:nvSpPr>
        <p:spPr>
          <a:xfrm>
            <a:off x="8314776" y="141800"/>
            <a:ext cx="1585775" cy="1587795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6" name="Google Shape;606;p13"/>
          <p:cNvGrpSpPr/>
          <p:nvPr/>
        </p:nvGrpSpPr>
        <p:grpSpPr>
          <a:xfrm>
            <a:off x="8488561" y="459448"/>
            <a:ext cx="1095352" cy="4258780"/>
            <a:chOff x="8488561" y="459448"/>
            <a:chExt cx="1095352" cy="4258780"/>
          </a:xfrm>
        </p:grpSpPr>
        <p:sp>
          <p:nvSpPr>
            <p:cNvPr id="607" name="Google Shape;607;p13"/>
            <p:cNvSpPr/>
            <p:nvPr/>
          </p:nvSpPr>
          <p:spPr>
            <a:xfrm>
              <a:off x="8631413" y="459448"/>
              <a:ext cx="952500" cy="952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8" name="Google Shape;608;p13"/>
            <p:cNvGrpSpPr/>
            <p:nvPr/>
          </p:nvGrpSpPr>
          <p:grpSpPr>
            <a:xfrm rot="5400000">
              <a:off x="7941275" y="4028070"/>
              <a:ext cx="1237444" cy="142871"/>
              <a:chOff x="2103451" y="4214000"/>
              <a:chExt cx="769938" cy="88900"/>
            </a:xfrm>
          </p:grpSpPr>
          <p:sp>
            <p:nvSpPr>
              <p:cNvPr id="609" name="Google Shape;609;p13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25987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4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27622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8260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 txBox="1">
            <a:spLocks noGrp="1"/>
          </p:cNvSpPr>
          <p:nvPr>
            <p:ph type="title"/>
          </p:nvPr>
        </p:nvSpPr>
        <p:spPr>
          <a:xfrm>
            <a:off x="1004850" y="761863"/>
            <a:ext cx="39666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7"/>
          <p:cNvSpPr txBox="1">
            <a:spLocks noGrp="1"/>
          </p:cNvSpPr>
          <p:nvPr>
            <p:ph type="subTitle" idx="1"/>
          </p:nvPr>
        </p:nvSpPr>
        <p:spPr>
          <a:xfrm>
            <a:off x="1004850" y="1789663"/>
            <a:ext cx="39666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ind"/>
              <a:buAutoNum type="arabicPeriod"/>
              <a:defRPr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6742775" y="3258250"/>
            <a:ext cx="3442200" cy="3442200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6" name="Google Shape;226;p7"/>
          <p:cNvGrpSpPr/>
          <p:nvPr/>
        </p:nvGrpSpPr>
        <p:grpSpPr>
          <a:xfrm>
            <a:off x="-4" y="148945"/>
            <a:ext cx="8465147" cy="4719168"/>
            <a:chOff x="-4" y="148945"/>
            <a:chExt cx="8465147" cy="4719168"/>
          </a:xfrm>
        </p:grpSpPr>
        <p:sp>
          <p:nvSpPr>
            <p:cNvPr id="227" name="Google Shape;227;p7"/>
            <p:cNvSpPr/>
            <p:nvPr/>
          </p:nvSpPr>
          <p:spPr>
            <a:xfrm rot="-5400000">
              <a:off x="-336349" y="517363"/>
              <a:ext cx="1345383" cy="672692"/>
            </a:xfrm>
            <a:custGeom>
              <a:avLst/>
              <a:gdLst/>
              <a:ahLst/>
              <a:cxnLst/>
              <a:rect l="l" t="t" r="r" b="b"/>
              <a:pathLst>
                <a:path w="666" h="333" extrusionOk="0">
                  <a:moveTo>
                    <a:pt x="666" y="0"/>
                  </a:moveTo>
                  <a:cubicBezTo>
                    <a:pt x="666" y="184"/>
                    <a:pt x="517" y="333"/>
                    <a:pt x="333" y="333"/>
                  </a:cubicBezTo>
                  <a:cubicBezTo>
                    <a:pt x="149" y="333"/>
                    <a:pt x="0" y="184"/>
                    <a:pt x="0" y="0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8" name="Google Shape;228;p7"/>
            <p:cNvGrpSpPr/>
            <p:nvPr/>
          </p:nvGrpSpPr>
          <p:grpSpPr>
            <a:xfrm>
              <a:off x="7227700" y="148945"/>
              <a:ext cx="1237444" cy="142871"/>
              <a:chOff x="2103451" y="4214000"/>
              <a:chExt cx="769938" cy="88900"/>
            </a:xfrm>
          </p:grpSpPr>
          <p:sp>
            <p:nvSpPr>
              <p:cNvPr id="229" name="Google Shape;229;p7"/>
              <p:cNvSpPr/>
              <p:nvPr/>
            </p:nvSpPr>
            <p:spPr>
              <a:xfrm>
                <a:off x="21034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7"/>
              <p:cNvSpPr/>
              <p:nvPr/>
            </p:nvSpPr>
            <p:spPr>
              <a:xfrm>
                <a:off x="22685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7"/>
              <p:cNvSpPr/>
              <p:nvPr/>
            </p:nvSpPr>
            <p:spPr>
              <a:xfrm>
                <a:off x="24320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6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7"/>
              <p:cNvSpPr/>
              <p:nvPr/>
            </p:nvSpPr>
            <p:spPr>
              <a:xfrm>
                <a:off x="2598751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4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7"/>
              <p:cNvSpPr/>
              <p:nvPr/>
            </p:nvSpPr>
            <p:spPr>
              <a:xfrm>
                <a:off x="2762263" y="4214000"/>
                <a:ext cx="1111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0" h="56" extrusionOk="0">
                    <a:moveTo>
                      <a:pt x="70" y="56"/>
                    </a:moveTo>
                    <a:lnTo>
                      <a:pt x="0" y="56"/>
                    </a:lnTo>
                    <a:lnTo>
                      <a:pt x="35" y="0"/>
                    </a:lnTo>
                    <a:lnTo>
                      <a:pt x="70" y="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" name="Google Shape;234;p7"/>
            <p:cNvGrpSpPr/>
            <p:nvPr/>
          </p:nvGrpSpPr>
          <p:grpSpPr>
            <a:xfrm rot="-5400000">
              <a:off x="144390" y="4299267"/>
              <a:ext cx="854919" cy="282771"/>
              <a:chOff x="4552665" y="4547017"/>
              <a:chExt cx="854919" cy="282771"/>
            </a:xfrm>
          </p:grpSpPr>
          <p:grpSp>
            <p:nvGrpSpPr>
              <p:cNvPr id="235" name="Google Shape;235;p7"/>
              <p:cNvGrpSpPr/>
              <p:nvPr/>
            </p:nvGrpSpPr>
            <p:grpSpPr>
              <a:xfrm>
                <a:off x="4552665" y="4547017"/>
                <a:ext cx="854919" cy="80871"/>
                <a:chOff x="1528400" y="4392825"/>
                <a:chExt cx="1959475" cy="185400"/>
              </a:xfrm>
            </p:grpSpPr>
            <p:sp>
              <p:nvSpPr>
                <p:cNvPr id="236" name="Google Shape;236;p7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37" name="Google Shape;237;p7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38" name="Google Shape;238;p7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39" name="Google Shape;239;p7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0" name="Google Shape;240;p7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1" name="Google Shape;241;p7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242" name="Google Shape;242;p7"/>
              <p:cNvGrpSpPr/>
              <p:nvPr/>
            </p:nvGrpSpPr>
            <p:grpSpPr>
              <a:xfrm>
                <a:off x="4552665" y="4748917"/>
                <a:ext cx="854919" cy="80871"/>
                <a:chOff x="1528400" y="4392825"/>
                <a:chExt cx="1959475" cy="185400"/>
              </a:xfrm>
            </p:grpSpPr>
            <p:sp>
              <p:nvSpPr>
                <p:cNvPr id="243" name="Google Shape;243;p7"/>
                <p:cNvSpPr/>
                <p:nvPr/>
              </p:nvSpPr>
              <p:spPr>
                <a:xfrm>
                  <a:off x="152840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4" name="Google Shape;244;p7"/>
                <p:cNvSpPr/>
                <p:nvPr/>
              </p:nvSpPr>
              <p:spPr>
                <a:xfrm>
                  <a:off x="188321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5" name="Google Shape;245;p7"/>
                <p:cNvSpPr/>
                <p:nvPr/>
              </p:nvSpPr>
              <p:spPr>
                <a:xfrm>
                  <a:off x="223803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6" name="Google Shape;246;p7"/>
                <p:cNvSpPr/>
                <p:nvPr/>
              </p:nvSpPr>
              <p:spPr>
                <a:xfrm>
                  <a:off x="259284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7" name="Google Shape;247;p7"/>
                <p:cNvSpPr/>
                <p:nvPr/>
              </p:nvSpPr>
              <p:spPr>
                <a:xfrm>
                  <a:off x="2947660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48" name="Google Shape;248;p7"/>
                <p:cNvSpPr/>
                <p:nvPr/>
              </p:nvSpPr>
              <p:spPr>
                <a:xfrm>
                  <a:off x="3302475" y="4392825"/>
                  <a:ext cx="185400" cy="1854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  <p:sp>
        <p:nvSpPr>
          <p:cNvPr id="249" name="Google Shape;249;p7"/>
          <p:cNvSpPr>
            <a:spLocks noGrp="1"/>
          </p:cNvSpPr>
          <p:nvPr>
            <p:ph type="pic" idx="2"/>
          </p:nvPr>
        </p:nvSpPr>
        <p:spPr>
          <a:xfrm>
            <a:off x="5134950" y="539500"/>
            <a:ext cx="2787000" cy="406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12661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"/>
          <p:cNvSpPr txBox="1">
            <a:spLocks noGrp="1"/>
          </p:cNvSpPr>
          <p:nvPr>
            <p:ph type="subTitle" idx="1"/>
          </p:nvPr>
        </p:nvSpPr>
        <p:spPr>
          <a:xfrm>
            <a:off x="4829741" y="2554597"/>
            <a:ext cx="2726400" cy="14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subTitle" idx="2"/>
          </p:nvPr>
        </p:nvSpPr>
        <p:spPr>
          <a:xfrm>
            <a:off x="1587853" y="2554597"/>
            <a:ext cx="2726400" cy="14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e Vietnam Pro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subTitle" idx="3"/>
          </p:nvPr>
        </p:nvSpPr>
        <p:spPr>
          <a:xfrm>
            <a:off x="1587853" y="2097400"/>
            <a:ext cx="2726400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48" name="Google Shape;148;p5"/>
          <p:cNvSpPr txBox="1">
            <a:spLocks noGrp="1"/>
          </p:cNvSpPr>
          <p:nvPr>
            <p:ph type="subTitle" idx="4"/>
          </p:nvPr>
        </p:nvSpPr>
        <p:spPr>
          <a:xfrm>
            <a:off x="4829747" y="2097400"/>
            <a:ext cx="2726400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"/>
              <a:buNone/>
              <a:defRPr sz="24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grpSp>
        <p:nvGrpSpPr>
          <p:cNvPr id="149" name="Google Shape;149;p5"/>
          <p:cNvGrpSpPr/>
          <p:nvPr/>
        </p:nvGrpSpPr>
        <p:grpSpPr>
          <a:xfrm flipH="1">
            <a:off x="8430783" y="539503"/>
            <a:ext cx="1872288" cy="1866825"/>
            <a:chOff x="3051194" y="-608678"/>
            <a:chExt cx="2441690" cy="2434566"/>
          </a:xfrm>
        </p:grpSpPr>
        <p:sp>
          <p:nvSpPr>
            <p:cNvPr id="150" name="Google Shape;150;p5"/>
            <p:cNvSpPr/>
            <p:nvPr/>
          </p:nvSpPr>
          <p:spPr>
            <a:xfrm rot="10800000">
              <a:off x="4846846" y="1458584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 rot="10800000">
              <a:off x="4489727" y="1096813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 rot="10800000">
              <a:off x="4130094" y="739368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 rot="10800000">
              <a:off x="3772976" y="380030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 rot="10800000">
              <a:off x="3410828" y="22566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 rot="10800000">
              <a:off x="3051194" y="-336722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 rot="10800000">
              <a:off x="4937383" y="1365909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 rot="10800000">
              <a:off x="4577749" y="1008464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 rot="10800000">
              <a:off x="4220631" y="649126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 rot="10800000">
              <a:off x="3860998" y="291662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 rot="10800000">
              <a:off x="3503880" y="-67971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 rot="10800000">
              <a:off x="3144203" y="-429742"/>
              <a:ext cx="371956" cy="371956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 rot="10800000">
              <a:off x="5030435" y="1277560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10800000">
              <a:off x="4670801" y="917877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10800000">
              <a:off x="4308653" y="560758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10800000">
              <a:off x="3951535" y="201125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 rot="10800000">
              <a:off x="3591902" y="-160646"/>
              <a:ext cx="374427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 rot="10800000">
              <a:off x="3234783" y="-518091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10800000">
              <a:off x="5118457" y="1186973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10800000">
              <a:off x="4761338" y="827685"/>
              <a:ext cx="374427" cy="369473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10800000">
              <a:off x="4401705" y="467756"/>
              <a:ext cx="374427" cy="369769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 rot="10800000">
              <a:off x="4041764" y="108450"/>
              <a:ext cx="372220" cy="371956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 rot="10800000">
              <a:off x="3682439" y="-249045"/>
              <a:ext cx="374427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 rot="10800000">
              <a:off x="3325013" y="-608678"/>
              <a:ext cx="372220" cy="36730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5"/>
          <p:cNvGrpSpPr/>
          <p:nvPr/>
        </p:nvGrpSpPr>
        <p:grpSpPr>
          <a:xfrm>
            <a:off x="713215" y="4563555"/>
            <a:ext cx="854919" cy="80871"/>
            <a:chOff x="1528400" y="4392825"/>
            <a:chExt cx="1959475" cy="185400"/>
          </a:xfrm>
        </p:grpSpPr>
        <p:sp>
          <p:nvSpPr>
            <p:cNvPr id="175" name="Google Shape;175;p5"/>
            <p:cNvSpPr/>
            <p:nvPr/>
          </p:nvSpPr>
          <p:spPr>
            <a:xfrm>
              <a:off x="1528400" y="4392825"/>
              <a:ext cx="185400" cy="185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883215" y="4392825"/>
              <a:ext cx="185400" cy="185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2238030" y="4392825"/>
              <a:ext cx="185400" cy="185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2592845" y="4392825"/>
              <a:ext cx="185400" cy="185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2947660" y="4392825"/>
              <a:ext cx="185400" cy="185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3302475" y="4392825"/>
              <a:ext cx="185400" cy="185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81" name="Google Shape;181;p5"/>
          <p:cNvSpPr/>
          <p:nvPr/>
        </p:nvSpPr>
        <p:spPr>
          <a:xfrm>
            <a:off x="5494300" y="-1566450"/>
            <a:ext cx="2008925" cy="2011474"/>
          </a:xfrm>
          <a:custGeom>
            <a:avLst/>
            <a:gdLst/>
            <a:ahLst/>
            <a:cxnLst/>
            <a:rect l="l" t="t" r="r" b="b"/>
            <a:pathLst>
              <a:path w="785" h="786" extrusionOk="0">
                <a:moveTo>
                  <a:pt x="393" y="786"/>
                </a:moveTo>
                <a:cubicBezTo>
                  <a:pt x="176" y="786"/>
                  <a:pt x="0" y="609"/>
                  <a:pt x="0" y="393"/>
                </a:cubicBezTo>
                <a:cubicBezTo>
                  <a:pt x="0" y="176"/>
                  <a:pt x="176" y="0"/>
                  <a:pt x="393" y="0"/>
                </a:cubicBezTo>
                <a:cubicBezTo>
                  <a:pt x="609" y="0"/>
                  <a:pt x="785" y="176"/>
                  <a:pt x="785" y="393"/>
                </a:cubicBezTo>
                <a:cubicBezTo>
                  <a:pt x="785" y="609"/>
                  <a:pt x="609" y="786"/>
                  <a:pt x="393" y="786"/>
                </a:cubicBezTo>
                <a:close/>
                <a:moveTo>
                  <a:pt x="393" y="4"/>
                </a:moveTo>
                <a:cubicBezTo>
                  <a:pt x="178" y="4"/>
                  <a:pt x="4" y="178"/>
                  <a:pt x="4" y="393"/>
                </a:cubicBezTo>
                <a:cubicBezTo>
                  <a:pt x="4" y="607"/>
                  <a:pt x="178" y="782"/>
                  <a:pt x="393" y="782"/>
                </a:cubicBezTo>
                <a:cubicBezTo>
                  <a:pt x="607" y="782"/>
                  <a:pt x="781" y="607"/>
                  <a:pt x="781" y="393"/>
                </a:cubicBezTo>
                <a:cubicBezTo>
                  <a:pt x="781" y="178"/>
                  <a:pt x="607" y="4"/>
                  <a:pt x="39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732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en-US"/>
              <a:t>						</a:t>
            </a: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○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■"/>
              <a:defRPr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9DE7CB-5BC4-72B3-3AC9-EA1800FE15A4}"/>
              </a:ext>
            </a:extLst>
          </p:cNvPr>
          <p:cNvSpPr txBox="1"/>
          <p:nvPr userDrawn="1"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6" r:id="rId5"/>
    <p:sldLayoutId id="2147483658" r:id="rId6"/>
    <p:sldLayoutId id="2147483661" r:id="rId7"/>
    <p:sldLayoutId id="2147483666" r:id="rId8"/>
    <p:sldLayoutId id="2147483668" r:id="rId9"/>
    <p:sldLayoutId id="2147483671" r:id="rId10"/>
    <p:sldLayoutId id="2147483672" r:id="rId11"/>
    <p:sldLayoutId id="2147483673" r:id="rId12"/>
    <p:sldLayoutId id="2147483677" r:id="rId13"/>
    <p:sldLayoutId id="2147483678" r:id="rId14"/>
    <p:sldLayoutId id="2147483679" r:id="rId15"/>
    <p:sldLayoutId id="2147483680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CE644C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524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Be Vietnam Pro" pitchFamily="2" charset="0"/>
          <a:ea typeface="Be Vietnam Pro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31"/>
          <p:cNvSpPr txBox="1">
            <a:spLocks noGrp="1"/>
          </p:cNvSpPr>
          <p:nvPr>
            <p:ph type="ctrTitle"/>
          </p:nvPr>
        </p:nvSpPr>
        <p:spPr>
          <a:xfrm>
            <a:off x="405597" y="1810490"/>
            <a:ext cx="8332805" cy="13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Project:</a:t>
            </a:r>
            <a:br>
              <a:rPr lang="en-US"/>
            </a:br>
            <a:r>
              <a:rPr lang="en-US">
                <a:solidFill>
                  <a:schemeClr val="lt1"/>
                </a:solidFill>
              </a:rPr>
              <a:t>Dự Báo Giá Cổ Phiếu FPT</a:t>
            </a:r>
          </a:p>
        </p:txBody>
      </p:sp>
      <p:sp>
        <p:nvSpPr>
          <p:cNvPr id="1606" name="Google Shape;1606;p31"/>
          <p:cNvSpPr txBox="1">
            <a:spLocks noGrp="1"/>
          </p:cNvSpPr>
          <p:nvPr>
            <p:ph type="subTitle" idx="1"/>
          </p:nvPr>
        </p:nvSpPr>
        <p:spPr>
          <a:xfrm>
            <a:off x="1535400" y="3132590"/>
            <a:ext cx="60732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ConQ999 Team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Thành viên Team</a:t>
            </a:r>
            <a:endParaRPr/>
          </a:p>
        </p:txBody>
      </p:sp>
      <p:sp>
        <p:nvSpPr>
          <p:cNvPr id="1612" name="Google Shape;1612;p32"/>
          <p:cNvSpPr txBox="1">
            <a:spLocks noGrp="1"/>
          </p:cNvSpPr>
          <p:nvPr>
            <p:ph type="body" idx="1"/>
          </p:nvPr>
        </p:nvSpPr>
        <p:spPr>
          <a:xfrm>
            <a:off x="720000" y="1111776"/>
            <a:ext cx="7704000" cy="3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5 nhóm có 6 thành viên chính thức</a:t>
            </a:r>
            <a:endParaRPr/>
          </a:p>
        </p:txBody>
      </p:sp>
      <p:sp>
        <p:nvSpPr>
          <p:cNvPr id="1613" name="Google Shape;1613;p32"/>
          <p:cNvSpPr txBox="1"/>
          <p:nvPr/>
        </p:nvSpPr>
        <p:spPr>
          <a:xfrm>
            <a:off x="793225" y="3519394"/>
            <a:ext cx="214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Quản lý team: </a:t>
            </a:r>
            <a:r>
              <a:rPr lang="en" sz="1000" b="1" u="sng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Discort</a:t>
            </a:r>
            <a:endParaRPr sz="1000" b="1" u="sng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sp>
        <p:nvSpPr>
          <p:cNvPr id="1614" name="Google Shape;1614;p32"/>
          <p:cNvSpPr txBox="1"/>
          <p:nvPr/>
        </p:nvSpPr>
        <p:spPr>
          <a:xfrm>
            <a:off x="3068999" y="3524783"/>
            <a:ext cx="553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Các công cụ sử dụng cho AIO Conquer: </a:t>
            </a:r>
            <a:r>
              <a:rPr lang="en" sz="1000" b="1" u="sng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IDE</a:t>
            </a:r>
            <a:r>
              <a:rPr lang="en" sz="1000" b="1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 </a:t>
            </a:r>
            <a:r>
              <a:rPr lang="e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| </a:t>
            </a:r>
            <a:r>
              <a:rPr lang="en" sz="1000" b="1" u="sng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GG Colab </a:t>
            </a:r>
            <a:r>
              <a:rPr lang="e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| </a:t>
            </a:r>
            <a:r>
              <a:rPr lang="en" sz="1000" b="1" u="sng">
                <a:solidFill>
                  <a:schemeClr val="dk1"/>
                </a:solidFill>
                <a:latin typeface="Be Vietnam Pro" pitchFamily="2" charset="0"/>
                <a:cs typeface="Hind"/>
                <a:sym typeface="Hind"/>
              </a:rPr>
              <a:t>MSOffice</a:t>
            </a:r>
            <a:endParaRPr sz="1000" b="1" u="sng">
              <a:solidFill>
                <a:schemeClr val="dk1"/>
              </a:solidFill>
              <a:latin typeface="Be Vietnam Pro" pitchFamily="2" charset="0"/>
              <a:cs typeface="Hind"/>
              <a:sym typeface="Hind"/>
            </a:endParaRPr>
          </a:p>
        </p:txBody>
      </p:sp>
      <p:graphicFrame>
        <p:nvGraphicFramePr>
          <p:cNvPr id="1615" name="Google Shape;1615;p32"/>
          <p:cNvGraphicFramePr/>
          <p:nvPr>
            <p:extLst>
              <p:ext uri="{D42A27DB-BD31-4B8C-83A1-F6EECF244321}">
                <p14:modId xmlns:p14="http://schemas.microsoft.com/office/powerpoint/2010/main" val="1303703217"/>
              </p:ext>
            </p:extLst>
          </p:nvPr>
        </p:nvGraphicFramePr>
        <p:xfrm>
          <a:off x="793225" y="1576035"/>
          <a:ext cx="7557550" cy="1849300"/>
        </p:xfrm>
        <a:graphic>
          <a:graphicData uri="http://schemas.openxmlformats.org/drawingml/2006/table">
            <a:tbl>
              <a:tblPr>
                <a:noFill/>
                <a:tableStyleId>{B3B65CD8-8539-42AB-ADBC-3786C9922BD9}</a:tableStyleId>
              </a:tblPr>
              <a:tblGrid>
                <a:gridCol w="229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Đàm Nguyên Khánh</a:t>
                      </a:r>
                      <a:endParaRPr sz="1100" b="1" u="non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644C">
                        <a:alpha val="18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e Vietnam Pro" pitchFamily="2" charset="0"/>
                          <a:ea typeface="Hind"/>
                          <a:cs typeface="Hind"/>
                          <a:sym typeface="Hind"/>
                        </a:rPr>
                        <a:t>Leader</a:t>
                      </a:r>
                      <a:endParaRPr sz="1000">
                        <a:solidFill>
                          <a:schemeClr val="dk1"/>
                        </a:solidFill>
                        <a:latin typeface="Be Vietnam Pro" pitchFamily="2" charset="0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100" b="1" u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Vũ Thái Sơn</a:t>
                      </a:r>
                      <a:endParaRPr sz="1100" b="1" u="non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644C">
                        <a:alpha val="18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Be Vietnam Pro" pitchFamily="2" charset="0"/>
                          <a:ea typeface="Hind"/>
                          <a:cs typeface="Hind"/>
                          <a:sym typeface="Hind"/>
                        </a:rPr>
                        <a:t>Tech leader</a:t>
                      </a:r>
                      <a:endParaRPr sz="1000">
                        <a:solidFill>
                          <a:schemeClr val="dk1"/>
                        </a:solidFill>
                        <a:latin typeface="Be Vietnam Pro" pitchFamily="2" charset="0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Phạm Khánh Quân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644C">
                        <a:alpha val="18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e Vietnam Pro" pitchFamily="2" charset="0"/>
                          <a:ea typeface="Hind"/>
                          <a:cs typeface="Hind"/>
                          <a:sym typeface="Hind"/>
                        </a:rPr>
                        <a:t>Member</a:t>
                      </a:r>
                      <a:endParaRPr sz="1000">
                        <a:solidFill>
                          <a:schemeClr val="dk1"/>
                        </a:solidFill>
                        <a:latin typeface="Be Vietnam Pro" pitchFamily="2" charset="0"/>
                        <a:ea typeface="Hind"/>
                        <a:cs typeface="Hind"/>
                        <a:sym typeface="Hin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Võ Hoàng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644C">
                        <a:alpha val="18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Be Vietnam Pro" pitchFamily="2" charset="0"/>
                          <a:ea typeface="Hind"/>
                          <a:cs typeface="Hind"/>
                          <a:sym typeface="Hind"/>
                        </a:rPr>
                        <a:t>Member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Nguyễn Quang Linh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E644C">
                        <a:alpha val="187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Be Vietnam Pro" pitchFamily="2" charset="0"/>
                          <a:ea typeface="Hind"/>
                          <a:cs typeface="Hind"/>
                          <a:sym typeface="Hind"/>
                        </a:rPr>
                        <a:t>Member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2097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3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621" name="Google Shape;1621;p33"/>
          <p:cNvSpPr txBox="1">
            <a:spLocks noGrp="1"/>
          </p:cNvSpPr>
          <p:nvPr>
            <p:ph type="title" idx="2"/>
          </p:nvPr>
        </p:nvSpPr>
        <p:spPr>
          <a:xfrm>
            <a:off x="720000" y="1610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22" name="Google Shape;1622;p33"/>
          <p:cNvSpPr txBox="1">
            <a:spLocks noGrp="1"/>
          </p:cNvSpPr>
          <p:nvPr>
            <p:ph type="title" idx="3"/>
          </p:nvPr>
        </p:nvSpPr>
        <p:spPr>
          <a:xfrm>
            <a:off x="720000" y="3124985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623" name="Google Shape;1623;p33"/>
          <p:cNvSpPr txBox="1">
            <a:spLocks noGrp="1"/>
          </p:cNvSpPr>
          <p:nvPr>
            <p:ph type="title" idx="4"/>
          </p:nvPr>
        </p:nvSpPr>
        <p:spPr>
          <a:xfrm>
            <a:off x="3306000" y="1610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24" name="Google Shape;1624;p33"/>
          <p:cNvSpPr txBox="1">
            <a:spLocks noGrp="1"/>
          </p:cNvSpPr>
          <p:nvPr>
            <p:ph type="title" idx="5"/>
          </p:nvPr>
        </p:nvSpPr>
        <p:spPr>
          <a:xfrm>
            <a:off x="3306000" y="3124985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625" name="Google Shape;1625;p33"/>
          <p:cNvSpPr txBox="1">
            <a:spLocks noGrp="1"/>
          </p:cNvSpPr>
          <p:nvPr>
            <p:ph type="title" idx="6"/>
          </p:nvPr>
        </p:nvSpPr>
        <p:spPr>
          <a:xfrm>
            <a:off x="5892000" y="1610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627" name="Google Shape;1627;p33"/>
          <p:cNvSpPr txBox="1">
            <a:spLocks noGrp="1"/>
          </p:cNvSpPr>
          <p:nvPr>
            <p:ph type="subTitle" idx="1"/>
          </p:nvPr>
        </p:nvSpPr>
        <p:spPr>
          <a:xfrm>
            <a:off x="720000" y="2012125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/>
              <a:t>Objectives of the project</a:t>
            </a:r>
            <a:endParaRPr/>
          </a:p>
        </p:txBody>
      </p:sp>
      <p:sp>
        <p:nvSpPr>
          <p:cNvPr id="1628" name="Google Shape;1628;p33"/>
          <p:cNvSpPr txBox="1">
            <a:spLocks noGrp="1"/>
          </p:cNvSpPr>
          <p:nvPr>
            <p:ph type="subTitle" idx="8"/>
          </p:nvPr>
        </p:nvSpPr>
        <p:spPr>
          <a:xfrm>
            <a:off x="3306000" y="2012125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/>
              <a:t>Project Overview</a:t>
            </a:r>
            <a:endParaRPr/>
          </a:p>
        </p:txBody>
      </p:sp>
      <p:sp>
        <p:nvSpPr>
          <p:cNvPr id="1629" name="Google Shape;1629;p33"/>
          <p:cNvSpPr txBox="1">
            <a:spLocks noGrp="1"/>
          </p:cNvSpPr>
          <p:nvPr>
            <p:ph type="subTitle" idx="9"/>
          </p:nvPr>
        </p:nvSpPr>
        <p:spPr>
          <a:xfrm>
            <a:off x="5892000" y="2012125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>
                <a:solidFill>
                  <a:srgbClr val="444242"/>
                </a:solidFill>
                <a:latin typeface="Barlow" panose="00000500000000000000" pitchFamily="2" charset="0"/>
              </a:rPr>
              <a:t>Upgrade of the project</a:t>
            </a:r>
            <a:endParaRPr/>
          </a:p>
        </p:txBody>
      </p:sp>
      <p:sp>
        <p:nvSpPr>
          <p:cNvPr id="1630" name="Google Shape;1630;p33"/>
          <p:cNvSpPr txBox="1">
            <a:spLocks noGrp="1"/>
          </p:cNvSpPr>
          <p:nvPr>
            <p:ph type="subTitle" idx="13"/>
          </p:nvPr>
        </p:nvSpPr>
        <p:spPr>
          <a:xfrm>
            <a:off x="720000" y="3526994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Experiment &amp; Results</a:t>
            </a:r>
            <a:endParaRPr/>
          </a:p>
        </p:txBody>
      </p:sp>
      <p:sp>
        <p:nvSpPr>
          <p:cNvPr id="1631" name="Google Shape;1631;p33"/>
          <p:cNvSpPr txBox="1">
            <a:spLocks noGrp="1"/>
          </p:cNvSpPr>
          <p:nvPr>
            <p:ph type="subTitle" idx="14"/>
          </p:nvPr>
        </p:nvSpPr>
        <p:spPr>
          <a:xfrm>
            <a:off x="3306000" y="3526994"/>
            <a:ext cx="2532000" cy="5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Monitoring &amp; Deployment</a:t>
            </a:r>
            <a:endParaRPr/>
          </a:p>
        </p:txBody>
      </p:sp>
      <p:sp>
        <p:nvSpPr>
          <p:cNvPr id="2" name="Google Shape;1624;p33">
            <a:extLst>
              <a:ext uri="{FF2B5EF4-FFF2-40B4-BE49-F238E27FC236}">
                <a16:creationId xmlns:a16="http://schemas.microsoft.com/office/drawing/2014/main" id="{DFC15DCC-53E3-C7C3-8F90-E38BABC18F91}"/>
              </a:ext>
            </a:extLst>
          </p:cNvPr>
          <p:cNvSpPr txBox="1">
            <a:spLocks/>
          </p:cNvSpPr>
          <p:nvPr/>
        </p:nvSpPr>
        <p:spPr>
          <a:xfrm>
            <a:off x="5892000" y="312498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2700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"/>
              <a:buNone/>
              <a:defRPr sz="3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en"/>
              <a:t>06</a:t>
            </a:r>
          </a:p>
        </p:txBody>
      </p:sp>
      <p:sp>
        <p:nvSpPr>
          <p:cNvPr id="3" name="Google Shape;1631;p33">
            <a:extLst>
              <a:ext uri="{FF2B5EF4-FFF2-40B4-BE49-F238E27FC236}">
                <a16:creationId xmlns:a16="http://schemas.microsoft.com/office/drawing/2014/main" id="{01562F64-9689-53DD-5140-E15A261BB74C}"/>
              </a:ext>
            </a:extLst>
          </p:cNvPr>
          <p:cNvSpPr txBox="1">
            <a:spLocks/>
          </p:cNvSpPr>
          <p:nvPr/>
        </p:nvSpPr>
        <p:spPr>
          <a:xfrm>
            <a:off x="5892000" y="3526994"/>
            <a:ext cx="2532000" cy="97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US">
                <a:solidFill>
                  <a:srgbClr val="444242"/>
                </a:solidFill>
                <a:latin typeface="Barlow" panose="00000500000000000000" pitchFamily="2" charset="0"/>
              </a:rPr>
              <a:t>Conclusion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/>
          <p:cNvSpPr txBox="1">
            <a:spLocks noGrp="1"/>
          </p:cNvSpPr>
          <p:nvPr>
            <p:ph type="title"/>
          </p:nvPr>
        </p:nvSpPr>
        <p:spPr>
          <a:xfrm>
            <a:off x="1264350" y="2418826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 of the project</a:t>
            </a:r>
            <a:endParaRPr/>
          </a:p>
        </p:txBody>
      </p:sp>
      <p:sp>
        <p:nvSpPr>
          <p:cNvPr id="1645" name="Google Shape;1645;p35"/>
          <p:cNvSpPr txBox="1">
            <a:spLocks noGrp="1"/>
          </p:cNvSpPr>
          <p:nvPr>
            <p:ph type="title" idx="2"/>
          </p:nvPr>
        </p:nvSpPr>
        <p:spPr>
          <a:xfrm>
            <a:off x="3459400" y="1813125"/>
            <a:ext cx="22251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646" name="Google Shape;1646;p35"/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/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/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/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/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/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/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/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/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/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/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/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/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/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/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/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/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/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/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/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/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/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/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/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/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/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/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/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/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/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/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/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/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/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/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/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/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/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/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/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/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/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/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F58A959-0E5C-A8E3-15EB-91590368B314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34"/>
          <p:cNvSpPr txBox="1">
            <a:spLocks noGrp="1"/>
          </p:cNvSpPr>
          <p:nvPr>
            <p:ph type="title"/>
          </p:nvPr>
        </p:nvSpPr>
        <p:spPr>
          <a:xfrm>
            <a:off x="1004850" y="761863"/>
            <a:ext cx="39666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Vấn đề hiện tại</a:t>
            </a:r>
            <a:endParaRPr/>
          </a:p>
        </p:txBody>
      </p:sp>
      <p:sp>
        <p:nvSpPr>
          <p:cNvPr id="1638" name="Google Shape;1638;p34"/>
          <p:cNvSpPr txBox="1">
            <a:spLocks noGrp="1"/>
          </p:cNvSpPr>
          <p:nvPr>
            <p:ph type="subTitle" idx="1"/>
          </p:nvPr>
        </p:nvSpPr>
        <p:spPr>
          <a:xfrm>
            <a:off x="1004850" y="1789663"/>
            <a:ext cx="39666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vi-VN"/>
              <a:t>Data scientists thường gặp các khó khăn sau:</a:t>
            </a:r>
            <a:endParaRPr/>
          </a:p>
          <a:p>
            <a:pPr lvl="0">
              <a:spcBef>
                <a:spcPts val="1000"/>
              </a:spcBef>
            </a:pPr>
            <a:r>
              <a:rPr lang="vi-VN"/>
              <a:t>Dự báo giá cổ phiếu FPT đòi hỏi mô hình có khả năng học được xu hướng (trend) và dao động (seasonality).</a:t>
            </a:r>
            <a:endParaRPr lang="en-US"/>
          </a:p>
          <a:p>
            <a:pPr lvl="0">
              <a:spcBef>
                <a:spcPts val="1000"/>
              </a:spcBef>
            </a:pPr>
            <a:r>
              <a:rPr lang="vi-VN"/>
              <a:t>Các mô hình Linear truyền thống thường không bắt được quy luật phi tuyến và biến động thị trường.</a:t>
            </a:r>
            <a:endParaRPr lang="en-US"/>
          </a:p>
        </p:txBody>
      </p:sp>
      <p:pic>
        <p:nvPicPr>
          <p:cNvPr id="1639" name="Google Shape;1639;p34" descr="People and arrows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31019" r="31019"/>
          <a:stretch/>
        </p:blipFill>
        <p:spPr>
          <a:xfrm>
            <a:off x="5134950" y="761862"/>
            <a:ext cx="2786999" cy="38421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65059C-247B-98CD-763D-53C021E66A63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>
          <a:extLst>
            <a:ext uri="{FF2B5EF4-FFF2-40B4-BE49-F238E27FC236}">
              <a16:creationId xmlns:a16="http://schemas.microsoft.com/office/drawing/2014/main" id="{5E7ADBF0-09BE-414F-60D5-DB6E79A4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34">
            <a:extLst>
              <a:ext uri="{FF2B5EF4-FFF2-40B4-BE49-F238E27FC236}">
                <a16:creationId xmlns:a16="http://schemas.microsoft.com/office/drawing/2014/main" id="{CA080D63-33EA-3050-1517-AFE2E54C47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4850" y="761863"/>
            <a:ext cx="39666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Mục tiêu</a:t>
            </a:r>
            <a:endParaRPr/>
          </a:p>
        </p:txBody>
      </p:sp>
      <p:sp>
        <p:nvSpPr>
          <p:cNvPr id="1638" name="Google Shape;1638;p34">
            <a:extLst>
              <a:ext uri="{FF2B5EF4-FFF2-40B4-BE49-F238E27FC236}">
                <a16:creationId xmlns:a16="http://schemas.microsoft.com/office/drawing/2014/main" id="{B570701B-570E-63C7-5369-ABB848E5441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04850" y="1789663"/>
            <a:ext cx="39666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-GB"/>
              <a:t>Tìm giải pháp:</a:t>
            </a:r>
            <a:endParaRPr/>
          </a:p>
          <a:p>
            <a:pPr lvl="0" algn="just">
              <a:spcBef>
                <a:spcPts val="1000"/>
              </a:spcBef>
            </a:pPr>
            <a:r>
              <a:rPr lang="vi-VN"/>
              <a:t>Xây dựng pipeline dự báo giá cổ phiếu FPT.</a:t>
            </a:r>
            <a:endParaRPr lang="en-US"/>
          </a:p>
          <a:p>
            <a:pPr lvl="0" algn="just">
              <a:spcBef>
                <a:spcPts val="1000"/>
              </a:spcBef>
            </a:pPr>
            <a:r>
              <a:rPr lang="vi-VN"/>
              <a:t>Ứng dụng các mô hình học máy và Deep Learning (NLinear, DLinear, Transformer-based).</a:t>
            </a:r>
            <a:endParaRPr lang="en-US"/>
          </a:p>
          <a:p>
            <a:pPr lvl="0" algn="just">
              <a:spcBef>
                <a:spcPts val="1000"/>
              </a:spcBef>
            </a:pPr>
            <a:r>
              <a:rPr lang="en-US"/>
              <a:t>Tìm ra giải pháp đáp ứng yêu cầu của cuộc thi AIO-2025: LTSF-Linear Forecasting Challenge.</a:t>
            </a:r>
          </a:p>
        </p:txBody>
      </p:sp>
      <p:pic>
        <p:nvPicPr>
          <p:cNvPr id="1639" name="Google Shape;1639;p34" descr="Arrows piercing notes">
            <a:extLst>
              <a:ext uri="{FF2B5EF4-FFF2-40B4-BE49-F238E27FC236}">
                <a16:creationId xmlns:a16="http://schemas.microsoft.com/office/drawing/2014/main" id="{D9CE9180-E756-578C-3A79-F4AC442F3BB6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7084" r="27084"/>
          <a:stretch/>
        </p:blipFill>
        <p:spPr>
          <a:xfrm>
            <a:off x="5134950" y="761862"/>
            <a:ext cx="2786999" cy="38421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0C1119-9265-09E7-AB85-911ED820B7FF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  <p:extLst>
      <p:ext uri="{BB962C8B-B14F-4D97-AF65-F5344CB8AC3E}">
        <p14:creationId xmlns:p14="http://schemas.microsoft.com/office/powerpoint/2010/main" val="3441838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36"/>
          <p:cNvSpPr txBox="1">
            <a:spLocks noGrp="1"/>
          </p:cNvSpPr>
          <p:nvPr>
            <p:ph type="subTitle" idx="4"/>
          </p:nvPr>
        </p:nvSpPr>
        <p:spPr>
          <a:xfrm>
            <a:off x="4829747" y="2097400"/>
            <a:ext cx="2726400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</a:t>
            </a:r>
            <a:endParaRPr/>
          </a:p>
        </p:txBody>
      </p:sp>
      <p:sp>
        <p:nvSpPr>
          <p:cNvPr id="1758" name="Google Shape;175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759" name="Google Shape;1759;p36"/>
          <p:cNvSpPr txBox="1">
            <a:spLocks noGrp="1"/>
          </p:cNvSpPr>
          <p:nvPr>
            <p:ph type="subTitle" idx="1"/>
          </p:nvPr>
        </p:nvSpPr>
        <p:spPr>
          <a:xfrm>
            <a:off x="4829741" y="2554597"/>
            <a:ext cx="2726400" cy="14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US"/>
              <a:t>Đ</a:t>
            </a:r>
            <a:r>
              <a:rPr lang="vi-VN"/>
              <a:t>ạt được MSE thấp nhất </a:t>
            </a:r>
            <a:r>
              <a:rPr lang="en-US"/>
              <a:t>trong khuôn khổ </a:t>
            </a:r>
            <a:r>
              <a:rPr lang="vi-VN"/>
              <a:t>dữ liệu do chương trình cung cấp</a:t>
            </a:r>
            <a:r>
              <a:rPr lang="en-US"/>
              <a:t>.</a:t>
            </a:r>
            <a:endParaRPr lang="vi-VN"/>
          </a:p>
        </p:txBody>
      </p:sp>
      <p:sp>
        <p:nvSpPr>
          <p:cNvPr id="1760" name="Google Shape;1760;p36"/>
          <p:cNvSpPr txBox="1">
            <a:spLocks noGrp="1"/>
          </p:cNvSpPr>
          <p:nvPr>
            <p:ph type="subTitle" idx="2"/>
          </p:nvPr>
        </p:nvSpPr>
        <p:spPr>
          <a:xfrm>
            <a:off x="1587853" y="2554597"/>
            <a:ext cx="2726400" cy="14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Thử nghiệm nhiều giải pháp để tìm ra giải pháp tốt nhất</a:t>
            </a:r>
            <a:r>
              <a:rPr lang="vi-VN"/>
              <a:t>.</a:t>
            </a:r>
            <a:endParaRPr lang="en"/>
          </a:p>
        </p:txBody>
      </p:sp>
      <p:sp>
        <p:nvSpPr>
          <p:cNvPr id="1761" name="Google Shape;1761;p36"/>
          <p:cNvSpPr txBox="1">
            <a:spLocks noGrp="1"/>
          </p:cNvSpPr>
          <p:nvPr>
            <p:ph type="subTitle" idx="3"/>
          </p:nvPr>
        </p:nvSpPr>
        <p:spPr>
          <a:xfrm>
            <a:off x="1587853" y="2097400"/>
            <a:ext cx="2726400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aim</a:t>
            </a:r>
            <a:endParaRPr/>
          </a:p>
        </p:txBody>
      </p:sp>
      <p:grpSp>
        <p:nvGrpSpPr>
          <p:cNvPr id="1762" name="Google Shape;1762;p36"/>
          <p:cNvGrpSpPr/>
          <p:nvPr/>
        </p:nvGrpSpPr>
        <p:grpSpPr>
          <a:xfrm>
            <a:off x="2761153" y="1729730"/>
            <a:ext cx="379790" cy="377583"/>
            <a:chOff x="5609951" y="1544705"/>
            <a:chExt cx="379790" cy="377583"/>
          </a:xfrm>
        </p:grpSpPr>
        <p:sp>
          <p:nvSpPr>
            <p:cNvPr id="1763" name="Google Shape;1763;p36"/>
            <p:cNvSpPr/>
            <p:nvPr/>
          </p:nvSpPr>
          <p:spPr>
            <a:xfrm>
              <a:off x="5633136" y="1544705"/>
              <a:ext cx="332317" cy="199832"/>
            </a:xfrm>
            <a:custGeom>
              <a:avLst/>
              <a:gdLst/>
              <a:ahLst/>
              <a:cxnLst/>
              <a:rect l="l" t="t" r="r" b="b"/>
              <a:pathLst>
                <a:path w="127" h="76" extrusionOk="0">
                  <a:moveTo>
                    <a:pt x="114" y="25"/>
                  </a:moveTo>
                  <a:cubicBezTo>
                    <a:pt x="121" y="25"/>
                    <a:pt x="127" y="20"/>
                    <a:pt x="127" y="13"/>
                  </a:cubicBezTo>
                  <a:cubicBezTo>
                    <a:pt x="127" y="6"/>
                    <a:pt x="121" y="0"/>
                    <a:pt x="114" y="0"/>
                  </a:cubicBezTo>
                  <a:cubicBezTo>
                    <a:pt x="107" y="0"/>
                    <a:pt x="101" y="6"/>
                    <a:pt x="101" y="13"/>
                  </a:cubicBezTo>
                  <a:cubicBezTo>
                    <a:pt x="101" y="15"/>
                    <a:pt x="102" y="16"/>
                    <a:pt x="103" y="18"/>
                  </a:cubicBezTo>
                  <a:cubicBezTo>
                    <a:pt x="86" y="35"/>
                    <a:pt x="86" y="35"/>
                    <a:pt x="86" y="35"/>
                  </a:cubicBezTo>
                  <a:cubicBezTo>
                    <a:pt x="84" y="34"/>
                    <a:pt x="82" y="34"/>
                    <a:pt x="80" y="34"/>
                  </a:cubicBezTo>
                  <a:cubicBezTo>
                    <a:pt x="77" y="34"/>
                    <a:pt x="74" y="35"/>
                    <a:pt x="72" y="37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9" y="31"/>
                    <a:pt x="59" y="30"/>
                    <a:pt x="59" y="30"/>
                  </a:cubicBezTo>
                  <a:cubicBezTo>
                    <a:pt x="59" y="23"/>
                    <a:pt x="54" y="17"/>
                    <a:pt x="47" y="17"/>
                  </a:cubicBezTo>
                  <a:cubicBezTo>
                    <a:pt x="40" y="17"/>
                    <a:pt x="34" y="23"/>
                    <a:pt x="34" y="30"/>
                  </a:cubicBezTo>
                  <a:cubicBezTo>
                    <a:pt x="34" y="31"/>
                    <a:pt x="34" y="33"/>
                    <a:pt x="35" y="35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7" y="51"/>
                    <a:pt x="15" y="51"/>
                    <a:pt x="13" y="51"/>
                  </a:cubicBezTo>
                  <a:cubicBezTo>
                    <a:pt x="6" y="51"/>
                    <a:pt x="0" y="56"/>
                    <a:pt x="0" y="63"/>
                  </a:cubicBezTo>
                  <a:cubicBezTo>
                    <a:pt x="0" y="70"/>
                    <a:pt x="6" y="76"/>
                    <a:pt x="13" y="76"/>
                  </a:cubicBezTo>
                  <a:cubicBezTo>
                    <a:pt x="20" y="76"/>
                    <a:pt x="26" y="70"/>
                    <a:pt x="26" y="63"/>
                  </a:cubicBezTo>
                  <a:cubicBezTo>
                    <a:pt x="26" y="61"/>
                    <a:pt x="25" y="59"/>
                    <a:pt x="24" y="58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3" y="42"/>
                    <a:pt x="45" y="42"/>
                    <a:pt x="47" y="42"/>
                  </a:cubicBezTo>
                  <a:cubicBezTo>
                    <a:pt x="50" y="42"/>
                    <a:pt x="53" y="41"/>
                    <a:pt x="55" y="39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8" y="45"/>
                    <a:pt x="68" y="46"/>
                    <a:pt x="68" y="46"/>
                  </a:cubicBezTo>
                  <a:cubicBezTo>
                    <a:pt x="68" y="53"/>
                    <a:pt x="73" y="59"/>
                    <a:pt x="80" y="59"/>
                  </a:cubicBezTo>
                  <a:cubicBezTo>
                    <a:pt x="87" y="59"/>
                    <a:pt x="93" y="53"/>
                    <a:pt x="93" y="46"/>
                  </a:cubicBezTo>
                  <a:cubicBezTo>
                    <a:pt x="93" y="44"/>
                    <a:pt x="93" y="43"/>
                    <a:pt x="92" y="41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110" y="25"/>
                    <a:pt x="112" y="25"/>
                    <a:pt x="114" y="25"/>
                  </a:cubicBezTo>
                  <a:close/>
                  <a:moveTo>
                    <a:pt x="114" y="8"/>
                  </a:moveTo>
                  <a:cubicBezTo>
                    <a:pt x="116" y="8"/>
                    <a:pt x="118" y="10"/>
                    <a:pt x="118" y="13"/>
                  </a:cubicBezTo>
                  <a:cubicBezTo>
                    <a:pt x="118" y="15"/>
                    <a:pt x="116" y="17"/>
                    <a:pt x="114" y="17"/>
                  </a:cubicBezTo>
                  <a:cubicBezTo>
                    <a:pt x="112" y="17"/>
                    <a:pt x="110" y="15"/>
                    <a:pt x="110" y="13"/>
                  </a:cubicBezTo>
                  <a:cubicBezTo>
                    <a:pt x="110" y="10"/>
                    <a:pt x="112" y="8"/>
                    <a:pt x="114" y="8"/>
                  </a:cubicBezTo>
                  <a:close/>
                  <a:moveTo>
                    <a:pt x="13" y="67"/>
                  </a:moveTo>
                  <a:cubicBezTo>
                    <a:pt x="11" y="67"/>
                    <a:pt x="9" y="66"/>
                    <a:pt x="9" y="63"/>
                  </a:cubicBezTo>
                  <a:cubicBezTo>
                    <a:pt x="9" y="61"/>
                    <a:pt x="11" y="59"/>
                    <a:pt x="13" y="59"/>
                  </a:cubicBezTo>
                  <a:cubicBezTo>
                    <a:pt x="15" y="59"/>
                    <a:pt x="17" y="61"/>
                    <a:pt x="17" y="63"/>
                  </a:cubicBezTo>
                  <a:cubicBezTo>
                    <a:pt x="17" y="66"/>
                    <a:pt x="15" y="67"/>
                    <a:pt x="13" y="67"/>
                  </a:cubicBezTo>
                  <a:close/>
                  <a:moveTo>
                    <a:pt x="47" y="34"/>
                  </a:moveTo>
                  <a:cubicBezTo>
                    <a:pt x="44" y="34"/>
                    <a:pt x="42" y="32"/>
                    <a:pt x="42" y="30"/>
                  </a:cubicBezTo>
                  <a:cubicBezTo>
                    <a:pt x="42" y="27"/>
                    <a:pt x="44" y="25"/>
                    <a:pt x="47" y="25"/>
                  </a:cubicBezTo>
                  <a:cubicBezTo>
                    <a:pt x="49" y="25"/>
                    <a:pt x="51" y="27"/>
                    <a:pt x="51" y="30"/>
                  </a:cubicBezTo>
                  <a:cubicBezTo>
                    <a:pt x="51" y="32"/>
                    <a:pt x="49" y="34"/>
                    <a:pt x="47" y="34"/>
                  </a:cubicBezTo>
                  <a:close/>
                  <a:moveTo>
                    <a:pt x="80" y="51"/>
                  </a:moveTo>
                  <a:cubicBezTo>
                    <a:pt x="78" y="51"/>
                    <a:pt x="76" y="49"/>
                    <a:pt x="76" y="46"/>
                  </a:cubicBezTo>
                  <a:cubicBezTo>
                    <a:pt x="76" y="44"/>
                    <a:pt x="78" y="42"/>
                    <a:pt x="80" y="42"/>
                  </a:cubicBezTo>
                  <a:cubicBezTo>
                    <a:pt x="83" y="42"/>
                    <a:pt x="85" y="44"/>
                    <a:pt x="85" y="46"/>
                  </a:cubicBezTo>
                  <a:cubicBezTo>
                    <a:pt x="85" y="49"/>
                    <a:pt x="83" y="51"/>
                    <a:pt x="80" y="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36"/>
            <p:cNvSpPr/>
            <p:nvPr/>
          </p:nvSpPr>
          <p:spPr>
            <a:xfrm>
              <a:off x="5609951" y="1655109"/>
              <a:ext cx="379790" cy="267179"/>
            </a:xfrm>
            <a:custGeom>
              <a:avLst/>
              <a:gdLst/>
              <a:ahLst/>
              <a:cxnLst/>
              <a:rect l="l" t="t" r="r" b="b"/>
              <a:pathLst>
                <a:path w="145" h="102" extrusionOk="0">
                  <a:moveTo>
                    <a:pt x="5" y="102"/>
                  </a:moveTo>
                  <a:cubicBezTo>
                    <a:pt x="140" y="102"/>
                    <a:pt x="140" y="102"/>
                    <a:pt x="140" y="102"/>
                  </a:cubicBezTo>
                  <a:cubicBezTo>
                    <a:pt x="142" y="102"/>
                    <a:pt x="144" y="100"/>
                    <a:pt x="144" y="98"/>
                  </a:cubicBezTo>
                  <a:cubicBezTo>
                    <a:pt x="145" y="96"/>
                    <a:pt x="143" y="93"/>
                    <a:pt x="140" y="93"/>
                  </a:cubicBezTo>
                  <a:cubicBezTo>
                    <a:pt x="136" y="93"/>
                    <a:pt x="136" y="93"/>
                    <a:pt x="136" y="93"/>
                  </a:cubicBezTo>
                  <a:cubicBezTo>
                    <a:pt x="136" y="4"/>
                    <a:pt x="136" y="4"/>
                    <a:pt x="136" y="4"/>
                  </a:cubicBezTo>
                  <a:cubicBezTo>
                    <a:pt x="136" y="2"/>
                    <a:pt x="134" y="0"/>
                    <a:pt x="132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2" y="0"/>
                    <a:pt x="111" y="2"/>
                    <a:pt x="111" y="4"/>
                  </a:cubicBezTo>
                  <a:cubicBezTo>
                    <a:pt x="111" y="93"/>
                    <a:pt x="111" y="93"/>
                    <a:pt x="111" y="93"/>
                  </a:cubicBezTo>
                  <a:cubicBezTo>
                    <a:pt x="102" y="93"/>
                    <a:pt x="102" y="93"/>
                    <a:pt x="102" y="93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2" y="36"/>
                    <a:pt x="100" y="34"/>
                    <a:pt x="98" y="34"/>
                  </a:cubicBezTo>
                  <a:cubicBezTo>
                    <a:pt x="81" y="34"/>
                    <a:pt x="81" y="34"/>
                    <a:pt x="81" y="34"/>
                  </a:cubicBezTo>
                  <a:cubicBezTo>
                    <a:pt x="79" y="34"/>
                    <a:pt x="77" y="36"/>
                    <a:pt x="77" y="38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68" y="93"/>
                    <a:pt x="68" y="93"/>
                    <a:pt x="68" y="93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8" y="19"/>
                    <a:pt x="67" y="17"/>
                    <a:pt x="64" y="17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5" y="17"/>
                    <a:pt x="43" y="19"/>
                    <a:pt x="43" y="21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35" y="93"/>
                    <a:pt x="35" y="93"/>
                    <a:pt x="35" y="93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35" y="53"/>
                    <a:pt x="33" y="51"/>
                    <a:pt x="31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1" y="51"/>
                    <a:pt x="9" y="53"/>
                    <a:pt x="9" y="55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3" y="93"/>
                    <a:pt x="1" y="95"/>
                    <a:pt x="1" y="97"/>
                  </a:cubicBezTo>
                  <a:cubicBezTo>
                    <a:pt x="0" y="100"/>
                    <a:pt x="2" y="102"/>
                    <a:pt x="5" y="102"/>
                  </a:cubicBezTo>
                  <a:close/>
                  <a:moveTo>
                    <a:pt x="119" y="9"/>
                  </a:moveTo>
                  <a:cubicBezTo>
                    <a:pt x="127" y="9"/>
                    <a:pt x="127" y="9"/>
                    <a:pt x="127" y="9"/>
                  </a:cubicBezTo>
                  <a:cubicBezTo>
                    <a:pt x="127" y="93"/>
                    <a:pt x="127" y="93"/>
                    <a:pt x="127" y="93"/>
                  </a:cubicBezTo>
                  <a:cubicBezTo>
                    <a:pt x="119" y="93"/>
                    <a:pt x="119" y="93"/>
                    <a:pt x="119" y="93"/>
                  </a:cubicBezTo>
                  <a:lnTo>
                    <a:pt x="119" y="9"/>
                  </a:lnTo>
                  <a:close/>
                  <a:moveTo>
                    <a:pt x="85" y="42"/>
                  </a:moveTo>
                  <a:cubicBezTo>
                    <a:pt x="94" y="42"/>
                    <a:pt x="94" y="42"/>
                    <a:pt x="94" y="42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85" y="93"/>
                    <a:pt x="85" y="93"/>
                    <a:pt x="85" y="93"/>
                  </a:cubicBezTo>
                  <a:lnTo>
                    <a:pt x="85" y="42"/>
                  </a:lnTo>
                  <a:close/>
                  <a:moveTo>
                    <a:pt x="52" y="25"/>
                  </a:moveTo>
                  <a:cubicBezTo>
                    <a:pt x="60" y="25"/>
                    <a:pt x="60" y="25"/>
                    <a:pt x="60" y="25"/>
                  </a:cubicBezTo>
                  <a:cubicBezTo>
                    <a:pt x="60" y="93"/>
                    <a:pt x="60" y="93"/>
                    <a:pt x="60" y="93"/>
                  </a:cubicBezTo>
                  <a:cubicBezTo>
                    <a:pt x="52" y="93"/>
                    <a:pt x="52" y="93"/>
                    <a:pt x="52" y="93"/>
                  </a:cubicBezTo>
                  <a:lnTo>
                    <a:pt x="52" y="25"/>
                  </a:lnTo>
                  <a:close/>
                  <a:moveTo>
                    <a:pt x="18" y="59"/>
                  </a:moveTo>
                  <a:cubicBezTo>
                    <a:pt x="26" y="59"/>
                    <a:pt x="26" y="59"/>
                    <a:pt x="26" y="59"/>
                  </a:cubicBezTo>
                  <a:cubicBezTo>
                    <a:pt x="26" y="93"/>
                    <a:pt x="26" y="93"/>
                    <a:pt x="26" y="93"/>
                  </a:cubicBezTo>
                  <a:cubicBezTo>
                    <a:pt x="18" y="93"/>
                    <a:pt x="18" y="93"/>
                    <a:pt x="18" y="93"/>
                  </a:cubicBezTo>
                  <a:lnTo>
                    <a:pt x="18" y="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5" name="Google Shape;1765;p36"/>
          <p:cNvSpPr/>
          <p:nvPr/>
        </p:nvSpPr>
        <p:spPr>
          <a:xfrm>
            <a:off x="6003053" y="1729732"/>
            <a:ext cx="379790" cy="377583"/>
          </a:xfrm>
          <a:custGeom>
            <a:avLst/>
            <a:gdLst/>
            <a:ahLst/>
            <a:cxnLst/>
            <a:rect l="l" t="t" r="r" b="b"/>
            <a:pathLst>
              <a:path w="145" h="144" extrusionOk="0">
                <a:moveTo>
                  <a:pt x="144" y="19"/>
                </a:moveTo>
                <a:cubicBezTo>
                  <a:pt x="143" y="18"/>
                  <a:pt x="142" y="17"/>
                  <a:pt x="140" y="17"/>
                </a:cubicBezTo>
                <a:cubicBezTo>
                  <a:pt x="119" y="17"/>
                  <a:pt x="119" y="17"/>
                  <a:pt x="119" y="17"/>
                </a:cubicBezTo>
                <a:cubicBezTo>
                  <a:pt x="119" y="4"/>
                  <a:pt x="119" y="4"/>
                  <a:pt x="119" y="4"/>
                </a:cubicBezTo>
                <a:cubicBezTo>
                  <a:pt x="119" y="2"/>
                  <a:pt x="117" y="0"/>
                  <a:pt x="115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0" y="0"/>
                  <a:pt x="68" y="2"/>
                  <a:pt x="68" y="4"/>
                </a:cubicBezTo>
                <a:cubicBezTo>
                  <a:pt x="68" y="53"/>
                  <a:pt x="68" y="53"/>
                  <a:pt x="68" y="53"/>
                </a:cubicBezTo>
                <a:cubicBezTo>
                  <a:pt x="2" y="137"/>
                  <a:pt x="2" y="137"/>
                  <a:pt x="2" y="137"/>
                </a:cubicBezTo>
                <a:cubicBezTo>
                  <a:pt x="1" y="138"/>
                  <a:pt x="0" y="140"/>
                  <a:pt x="1" y="141"/>
                </a:cubicBezTo>
                <a:cubicBezTo>
                  <a:pt x="2" y="143"/>
                  <a:pt x="3" y="144"/>
                  <a:pt x="5" y="144"/>
                </a:cubicBezTo>
                <a:cubicBezTo>
                  <a:pt x="140" y="144"/>
                  <a:pt x="140" y="144"/>
                  <a:pt x="140" y="144"/>
                </a:cubicBezTo>
                <a:cubicBezTo>
                  <a:pt x="142" y="144"/>
                  <a:pt x="143" y="143"/>
                  <a:pt x="144" y="141"/>
                </a:cubicBezTo>
                <a:cubicBezTo>
                  <a:pt x="145" y="140"/>
                  <a:pt x="145" y="138"/>
                  <a:pt x="144" y="137"/>
                </a:cubicBezTo>
                <a:cubicBezTo>
                  <a:pt x="77" y="53"/>
                  <a:pt x="77" y="53"/>
                  <a:pt x="77" y="53"/>
                </a:cubicBezTo>
                <a:cubicBezTo>
                  <a:pt x="77" y="34"/>
                  <a:pt x="77" y="34"/>
                  <a:pt x="77" y="34"/>
                </a:cubicBezTo>
                <a:cubicBezTo>
                  <a:pt x="94" y="34"/>
                  <a:pt x="94" y="34"/>
                  <a:pt x="94" y="34"/>
                </a:cubicBezTo>
                <a:cubicBezTo>
                  <a:pt x="94" y="46"/>
                  <a:pt x="94" y="46"/>
                  <a:pt x="94" y="46"/>
                </a:cubicBezTo>
                <a:cubicBezTo>
                  <a:pt x="94" y="49"/>
                  <a:pt x="96" y="51"/>
                  <a:pt x="98" y="51"/>
                </a:cubicBezTo>
                <a:cubicBezTo>
                  <a:pt x="140" y="51"/>
                  <a:pt x="140" y="51"/>
                  <a:pt x="140" y="51"/>
                </a:cubicBezTo>
                <a:cubicBezTo>
                  <a:pt x="142" y="51"/>
                  <a:pt x="143" y="50"/>
                  <a:pt x="144" y="48"/>
                </a:cubicBezTo>
                <a:cubicBezTo>
                  <a:pt x="145" y="47"/>
                  <a:pt x="145" y="45"/>
                  <a:pt x="144" y="44"/>
                </a:cubicBezTo>
                <a:cubicBezTo>
                  <a:pt x="137" y="34"/>
                  <a:pt x="137" y="34"/>
                  <a:pt x="137" y="3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5" y="22"/>
                  <a:pt x="145" y="20"/>
                  <a:pt x="144" y="19"/>
                </a:cubicBezTo>
                <a:close/>
                <a:moveTo>
                  <a:pt x="73" y="62"/>
                </a:moveTo>
                <a:cubicBezTo>
                  <a:pt x="94" y="89"/>
                  <a:pt x="94" y="89"/>
                  <a:pt x="94" y="89"/>
                </a:cubicBezTo>
                <a:cubicBezTo>
                  <a:pt x="90" y="92"/>
                  <a:pt x="90" y="92"/>
                  <a:pt x="90" y="92"/>
                </a:cubicBezTo>
                <a:cubicBezTo>
                  <a:pt x="84" y="86"/>
                  <a:pt x="84" y="86"/>
                  <a:pt x="84" y="86"/>
                </a:cubicBezTo>
                <a:cubicBezTo>
                  <a:pt x="82" y="84"/>
                  <a:pt x="80" y="84"/>
                  <a:pt x="78" y="86"/>
                </a:cubicBezTo>
                <a:cubicBezTo>
                  <a:pt x="73" y="91"/>
                  <a:pt x="73" y="91"/>
                  <a:pt x="73" y="91"/>
                </a:cubicBezTo>
                <a:cubicBezTo>
                  <a:pt x="67" y="86"/>
                  <a:pt x="67" y="86"/>
                  <a:pt x="67" y="86"/>
                </a:cubicBezTo>
                <a:cubicBezTo>
                  <a:pt x="66" y="84"/>
                  <a:pt x="63" y="84"/>
                  <a:pt x="61" y="86"/>
                </a:cubicBezTo>
                <a:cubicBezTo>
                  <a:pt x="55" y="92"/>
                  <a:pt x="55" y="92"/>
                  <a:pt x="55" y="92"/>
                </a:cubicBezTo>
                <a:cubicBezTo>
                  <a:pt x="51" y="89"/>
                  <a:pt x="51" y="89"/>
                  <a:pt x="51" y="89"/>
                </a:cubicBezTo>
                <a:lnTo>
                  <a:pt x="73" y="62"/>
                </a:lnTo>
                <a:close/>
                <a:moveTo>
                  <a:pt x="14" y="135"/>
                </a:moveTo>
                <a:cubicBezTo>
                  <a:pt x="46" y="95"/>
                  <a:pt x="46" y="95"/>
                  <a:pt x="46" y="95"/>
                </a:cubicBezTo>
                <a:cubicBezTo>
                  <a:pt x="53" y="101"/>
                  <a:pt x="53" y="101"/>
                  <a:pt x="53" y="101"/>
                </a:cubicBezTo>
                <a:cubicBezTo>
                  <a:pt x="55" y="102"/>
                  <a:pt x="57" y="102"/>
                  <a:pt x="59" y="100"/>
                </a:cubicBezTo>
                <a:cubicBezTo>
                  <a:pt x="64" y="95"/>
                  <a:pt x="64" y="95"/>
                  <a:pt x="64" y="95"/>
                </a:cubicBezTo>
                <a:cubicBezTo>
                  <a:pt x="70" y="100"/>
                  <a:pt x="70" y="100"/>
                  <a:pt x="70" y="100"/>
                </a:cubicBezTo>
                <a:cubicBezTo>
                  <a:pt x="71" y="102"/>
                  <a:pt x="74" y="102"/>
                  <a:pt x="76" y="100"/>
                </a:cubicBezTo>
                <a:cubicBezTo>
                  <a:pt x="81" y="95"/>
                  <a:pt x="81" y="95"/>
                  <a:pt x="81" y="95"/>
                </a:cubicBezTo>
                <a:cubicBezTo>
                  <a:pt x="86" y="100"/>
                  <a:pt x="86" y="100"/>
                  <a:pt x="86" y="100"/>
                </a:cubicBezTo>
                <a:cubicBezTo>
                  <a:pt x="87" y="101"/>
                  <a:pt x="88" y="101"/>
                  <a:pt x="89" y="101"/>
                </a:cubicBezTo>
                <a:cubicBezTo>
                  <a:pt x="90" y="101"/>
                  <a:pt x="91" y="101"/>
                  <a:pt x="92" y="101"/>
                </a:cubicBezTo>
                <a:cubicBezTo>
                  <a:pt x="100" y="95"/>
                  <a:pt x="100" y="95"/>
                  <a:pt x="100" y="95"/>
                </a:cubicBezTo>
                <a:cubicBezTo>
                  <a:pt x="132" y="135"/>
                  <a:pt x="132" y="135"/>
                  <a:pt x="132" y="135"/>
                </a:cubicBezTo>
                <a:lnTo>
                  <a:pt x="14" y="135"/>
                </a:lnTo>
                <a:close/>
                <a:moveTo>
                  <a:pt x="77" y="8"/>
                </a:moveTo>
                <a:cubicBezTo>
                  <a:pt x="111" y="8"/>
                  <a:pt x="111" y="8"/>
                  <a:pt x="111" y="8"/>
                </a:cubicBezTo>
                <a:cubicBezTo>
                  <a:pt x="111" y="25"/>
                  <a:pt x="111" y="25"/>
                  <a:pt x="111" y="25"/>
                </a:cubicBezTo>
                <a:cubicBezTo>
                  <a:pt x="77" y="25"/>
                  <a:pt x="77" y="25"/>
                  <a:pt x="77" y="25"/>
                </a:cubicBezTo>
                <a:lnTo>
                  <a:pt x="77" y="8"/>
                </a:lnTo>
                <a:close/>
                <a:moveTo>
                  <a:pt x="128" y="36"/>
                </a:moveTo>
                <a:cubicBezTo>
                  <a:pt x="132" y="42"/>
                  <a:pt x="132" y="42"/>
                  <a:pt x="132" y="42"/>
                </a:cubicBezTo>
                <a:cubicBezTo>
                  <a:pt x="102" y="42"/>
                  <a:pt x="102" y="42"/>
                  <a:pt x="102" y="42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15" y="34"/>
                  <a:pt x="115" y="34"/>
                  <a:pt x="115" y="34"/>
                </a:cubicBezTo>
                <a:cubicBezTo>
                  <a:pt x="117" y="34"/>
                  <a:pt x="119" y="32"/>
                  <a:pt x="119" y="30"/>
                </a:cubicBezTo>
                <a:cubicBezTo>
                  <a:pt x="119" y="25"/>
                  <a:pt x="119" y="25"/>
                  <a:pt x="119" y="25"/>
                </a:cubicBezTo>
                <a:cubicBezTo>
                  <a:pt x="132" y="25"/>
                  <a:pt x="132" y="25"/>
                  <a:pt x="132" y="25"/>
                </a:cubicBezTo>
                <a:cubicBezTo>
                  <a:pt x="128" y="31"/>
                  <a:pt x="128" y="31"/>
                  <a:pt x="128" y="31"/>
                </a:cubicBezTo>
                <a:cubicBezTo>
                  <a:pt x="127" y="33"/>
                  <a:pt x="127" y="35"/>
                  <a:pt x="128" y="3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45E1F380-5DA6-580F-EB55-09896E8EA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A9BA0897-7506-8BA4-8A95-B169C97925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2418826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of the project</a:t>
            </a:r>
            <a:endParaRPr/>
          </a:p>
        </p:txBody>
      </p:sp>
      <p:sp>
        <p:nvSpPr>
          <p:cNvPr id="1645" name="Google Shape;1645;p35">
            <a:extLst>
              <a:ext uri="{FF2B5EF4-FFF2-40B4-BE49-F238E27FC236}">
                <a16:creationId xmlns:a16="http://schemas.microsoft.com/office/drawing/2014/main" id="{D3028F24-A24E-396C-3E98-36BECC0F575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459400" y="1813125"/>
            <a:ext cx="22251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2D877369-30C8-FEB2-296B-0FCB61BBFD99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5241C327-BD1E-95BD-CF96-BEA06BCE9D28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C73E15E6-8241-6420-3403-AFE3F5A9C606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489767E2-E7A2-2DFC-5789-D3CF85694762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C3443D1C-0D08-C10C-4851-E8BD700DDBF5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E6D2D3AE-A623-F57B-616F-845FB1002BD0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39A073B2-38C6-AB27-2ADC-7E3EFF60968C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C9DD3565-3B33-41A4-B5D5-CD7CF5155985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5FB5E3CA-B7A6-3CC8-1A5D-4C8F3BAB0F9F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070CC92A-CEAD-5284-B28B-0F14EBE7A917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44F92073-07AF-2DB9-FBC6-1F13EDA801CC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9FA705C9-C9EB-9B76-51D6-FEF45EE9F1BD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B1232391-BF2A-791D-AD0C-3B58BBAFBE09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C07E98CD-2EB5-A686-A524-CC5946E8457E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4FD445F4-2769-484C-41C8-BE2B45A928A2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92304145-808A-115F-F3ED-B40A12750D3F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BFD2FED8-85C5-A276-666A-CB8486A82682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12CFABCB-E9FF-83EB-2798-A9A80EAAFD5C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C013BA04-69CD-F974-8DBC-AC776030E68A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D3F01BF3-716E-6702-810A-8EC82303FDB6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54F699DB-B40C-50F9-0B9B-47153129F40D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D49E5A39-D95E-842A-F877-C1A579C01ED9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05E1E121-BEA3-4B48-7140-7E8C0B5FE5E4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1225428C-9F0F-7BCE-5F23-6F63038528CF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96BABA4E-AC25-8A1F-220B-E8290399A3A5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C60472B7-EE00-ADDF-A746-DD2C2763A311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B7023547-7BFE-8B5F-C541-C3E3280FE3FC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A362D65F-A37C-C45F-6BB3-B13870FA2CF9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73A7EBEF-D5F9-BB31-289E-B90C7F1EBB44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B2E517D8-D69B-70B6-A59B-6D19D6B2644F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E5E26DA4-2681-9BCE-1605-803A3B5FD05D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EAC45BC9-8F9C-9B17-DC1A-396BFCF49AF8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8C647F12-6CD6-1670-5CAB-3D5DDFACE1A2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D43CC686-542B-1386-974F-88FDD2E54C11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496A8DE1-579A-3850-5AE5-BD3D479E3451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3943BEC3-D4AF-46AC-454E-9672540E34B3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CBE2D49F-3DDA-2A36-163F-B4320BC38B82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31DF2A55-D6EC-F1B9-1BF4-855781BCD723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D89286D6-4C09-2661-CA59-D67DFD7EB48E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F8EBECD8-938E-ECC3-D0F7-2E21B2556B7A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F79B7666-7685-1593-3D28-5368BF3BD84E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04623EEE-E643-2459-3C64-47BAFC6E21AF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45588C57-39FC-66FF-E3A1-9417EA7BD9E6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EF640A82-2913-8D71-2F2B-8539AABDFA70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E74403CE-7453-2CE5-5537-4D1A199A4671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53562F61-C1BD-AD4F-A247-1D9C6A731B1B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5DFF6F67-BD88-473F-1D67-6CC00E0597E1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0BCA68D8-CF6A-C834-524B-21E6EBF08A23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BB419B26-28E6-026D-AA39-D10CF5DAD66C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38B624F1-856B-E25A-9A89-29826FFCBB9A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6C70B589-F6DC-261B-7E67-22460A4228BD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E0B0F2D0-F18B-51E6-E08E-3FE4496F3CCD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86D7C81F-7B40-FC80-A7AD-3C5084FEEFBE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2ABC94FB-D10E-4C85-D035-2CDBFCA052B9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E606DAD2-8BC8-B0C8-3921-E70B7158F83A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93AD269B-D146-09E6-A338-BEB20685A837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5589C06C-9474-2B0A-7D8D-C36A9E01174F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1BF62D48-0A82-62D8-01A2-585113FF8E1F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EBFF7337-42C4-1E31-BC49-A1519B8D34DE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8E4CBA12-7D97-0870-EA02-B4B2ED96542C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A5B12254-3F36-6AE5-311C-FCA0853E4BEB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9AF65B98-6E64-78AB-42F4-5E5DD0B27865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7139B988-067A-35EF-FB63-9C951A2D4470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7A7FF3EB-FF2C-6DCE-3322-5E19378B80FB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256F1055-D7C4-12DE-D11D-61679F03D03D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DC080C9A-7FA7-4656-9D27-2C296409312D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EACFDAE9-8576-F020-EDDB-FC24F9BF2EEE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3DEC3132-7D76-D8EB-FD2C-A973841E43AF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117E7012-D9DB-28F7-D783-B77DE89C5608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7C361055-8A1B-6D89-06C2-E5D2435E3530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322E5735-1DE5-19C1-5D93-F3930FB51215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2FC484D9-9AFC-B0CD-DEFD-435676CE8AD7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9460B8BC-9838-A567-E105-40F90B7E372C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4B400F39-2228-9202-5FEB-C04147802E18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9B41DCAC-BD9E-CFE1-3DC9-0D673126AFE0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711AEB94-8305-5876-3287-FDE0C3ADED21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FF260E4C-A512-8A4F-3DF1-4C987FF478A3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A468ADBA-307A-B4B0-C87F-8609AFC59CAC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CA89F8F8-7A06-3022-81ED-0C9D0BB97852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C3432776-E817-8EB5-1838-65950111639D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EF5569BF-90EE-CB33-8D21-88CAE753AF1C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F6C4CC81-EBAB-47DD-7ECE-131012B99ACE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30857642-AF0E-955D-08C3-2E149C5B1190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5E67DF43-F8D3-33B2-9FC9-F286C1D930CC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DAEE0426-26D8-48B6-134E-47FA305B4026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A6242D68-9AAB-AC2F-5C07-02A9C3CBB210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5D6750AB-1B72-2DCB-52C0-AB30D64F1498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9AB55111-010D-921E-48BE-0E5D038A148B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515D8C24-0B3E-99C2-CB8F-64A8DF668C78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FF0A298E-9042-B578-23AC-3DDC8405519C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F547AADF-150E-07C1-269E-202CADB78E93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4FA7F339-8F0C-165C-8A4D-AAA1A726D862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AB942003-9F96-3DCD-C15D-89E073FDAE60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F5136630-B0FB-A5AB-E65E-4DCFD1E938B9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7F37A44E-8A3E-D6EE-C8A7-6310D32045F4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890C3CC0-2B80-8732-E745-09BD917F7AF3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49FAD5DD-E688-9557-3E7F-4A912809A03B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AE2B2BD1-59BA-C1E4-E1BD-E1202921B0AF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7914B60C-915D-642D-2B31-F44474DEBD77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495A69F2-5925-CC0C-9948-D6B267048A63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1EEBF4D9-65A1-A339-B2D6-C955D7CAFD8A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0DBDC636-8405-BD10-EF5A-10F9CB9A55D0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CE19CBBB-607B-7E84-17C9-3EFF193119C2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AEB2DFCD-5D62-D345-F030-91ED72EB68FF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F51EDF02-1EB3-73C5-53E0-A0C5F5F0B22E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B753221D-BDD1-BE84-027F-0B9CF41AED72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A2CEB21B-F969-57B6-30AD-06463BD09D45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600F514-5567-A7A7-B41A-5FD385C162EB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  <p:extLst>
      <p:ext uri="{BB962C8B-B14F-4D97-AF65-F5344CB8AC3E}">
        <p14:creationId xmlns:p14="http://schemas.microsoft.com/office/powerpoint/2010/main" val="262693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>
          <a:extLst>
            <a:ext uri="{FF2B5EF4-FFF2-40B4-BE49-F238E27FC236}">
              <a16:creationId xmlns:a16="http://schemas.microsoft.com/office/drawing/2014/main" id="{1FD2C332-465B-F66F-51D0-70E68DD18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9">
            <a:extLst>
              <a:ext uri="{FF2B5EF4-FFF2-40B4-BE49-F238E27FC236}">
                <a16:creationId xmlns:a16="http://schemas.microsoft.com/office/drawing/2014/main" id="{4B52E577-0715-06AE-B654-74FB54D930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/>
              <a:t>Project Overview</a:t>
            </a:r>
            <a:endParaRPr/>
          </a:p>
        </p:txBody>
      </p:sp>
      <p:sp>
        <p:nvSpPr>
          <p:cNvPr id="1822" name="Google Shape;1822;p39">
            <a:extLst>
              <a:ext uri="{FF2B5EF4-FFF2-40B4-BE49-F238E27FC236}">
                <a16:creationId xmlns:a16="http://schemas.microsoft.com/office/drawing/2014/main" id="{26055FAA-2BA3-E16A-70CA-A306F59471B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1257" y="205845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 Phân tích Project gốc - LTSF-Linear Models</a:t>
            </a:r>
            <a:br>
              <a:rPr lang="vi-VN"/>
            </a:br>
            <a:endParaRPr lang="en-US"/>
          </a:p>
        </p:txBody>
      </p:sp>
      <p:sp>
        <p:nvSpPr>
          <p:cNvPr id="1823" name="Google Shape;1823;p39">
            <a:extLst>
              <a:ext uri="{FF2B5EF4-FFF2-40B4-BE49-F238E27FC236}">
                <a16:creationId xmlns:a16="http://schemas.microsoft.com/office/drawing/2014/main" id="{F82CCE78-3C17-7143-42A2-6BD7D2DC518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386056" y="2058450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/>
              <a:t>Phân tích Dữ liệu Cuộc thi</a:t>
            </a:r>
          </a:p>
        </p:txBody>
      </p:sp>
      <p:sp>
        <p:nvSpPr>
          <p:cNvPr id="1824" name="Google Shape;1824;p39">
            <a:extLst>
              <a:ext uri="{FF2B5EF4-FFF2-40B4-BE49-F238E27FC236}">
                <a16:creationId xmlns:a16="http://schemas.microsoft.com/office/drawing/2014/main" id="{0D291C30-8BF9-280A-E1CE-050C277FAA0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00" y="3727116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Kết quả thử nghiệm Elastic Net</a:t>
            </a:r>
            <a:endParaRPr/>
          </a:p>
        </p:txBody>
      </p:sp>
      <p:sp>
        <p:nvSpPr>
          <p:cNvPr id="1825" name="Google Shape;1825;p39">
            <a:extLst>
              <a:ext uri="{FF2B5EF4-FFF2-40B4-BE49-F238E27FC236}">
                <a16:creationId xmlns:a16="http://schemas.microsoft.com/office/drawing/2014/main" id="{102DCFCF-A434-CC68-57B8-2D019BEC8D9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402299" y="3727116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/>
              <a:t>Quá trình tìm ra kết quả tốt nhất</a:t>
            </a:r>
          </a:p>
        </p:txBody>
      </p:sp>
      <p:sp>
        <p:nvSpPr>
          <p:cNvPr id="1826" name="Google Shape;1826;p39">
            <a:extLst>
              <a:ext uri="{FF2B5EF4-FFF2-40B4-BE49-F238E27FC236}">
                <a16:creationId xmlns:a16="http://schemas.microsoft.com/office/drawing/2014/main" id="{CB20995A-78C0-2AC1-0E97-04A4A0D267C8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632801" y="1710712"/>
            <a:ext cx="2542579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/>
              <a:t>Phần 1</a:t>
            </a:r>
            <a:endParaRPr/>
          </a:p>
        </p:txBody>
      </p:sp>
      <p:sp>
        <p:nvSpPr>
          <p:cNvPr id="1827" name="Google Shape;1827;p39">
            <a:extLst>
              <a:ext uri="{FF2B5EF4-FFF2-40B4-BE49-F238E27FC236}">
                <a16:creationId xmlns:a16="http://schemas.microsoft.com/office/drawing/2014/main" id="{B7C7858C-3F9B-6C50-7089-39AFD9FF3290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387403" y="1743300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Phần 2</a:t>
            </a:r>
            <a:endParaRPr/>
          </a:p>
        </p:txBody>
      </p:sp>
      <p:sp>
        <p:nvSpPr>
          <p:cNvPr id="1828" name="Google Shape;1828;p39">
            <a:extLst>
              <a:ext uri="{FF2B5EF4-FFF2-40B4-BE49-F238E27FC236}">
                <a16:creationId xmlns:a16="http://schemas.microsoft.com/office/drawing/2014/main" id="{FD846A16-5AE1-FF98-A919-3D797EE410FB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052200" y="1743300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Phần 3</a:t>
            </a:r>
            <a:endParaRPr/>
          </a:p>
        </p:txBody>
      </p:sp>
      <p:sp>
        <p:nvSpPr>
          <p:cNvPr id="1829" name="Google Shape;1829;p39">
            <a:extLst>
              <a:ext uri="{FF2B5EF4-FFF2-40B4-BE49-F238E27FC236}">
                <a16:creationId xmlns:a16="http://schemas.microsoft.com/office/drawing/2014/main" id="{95D85AF2-CCDC-D51D-C643-A651B52B9BA7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021099" y="2033558"/>
            <a:ext cx="2434002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68275" indent="-15875"/>
            <a:r>
              <a:rPr lang="en-US"/>
              <a:t>Pipeline thử nghiệm - Direct 100d Forecasting</a:t>
            </a:r>
            <a:endParaRPr lang="en-GB"/>
          </a:p>
        </p:txBody>
      </p:sp>
      <p:sp>
        <p:nvSpPr>
          <p:cNvPr id="1831" name="Google Shape;1831;p39">
            <a:extLst>
              <a:ext uri="{FF2B5EF4-FFF2-40B4-BE49-F238E27FC236}">
                <a16:creationId xmlns:a16="http://schemas.microsoft.com/office/drawing/2014/main" id="{0E3C3846-BCE8-BA29-D73D-212975FAF88D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711608" y="3352383"/>
            <a:ext cx="2374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/>
              <a:t>Phần 4</a:t>
            </a:r>
            <a:endParaRPr/>
          </a:p>
        </p:txBody>
      </p:sp>
      <p:sp>
        <p:nvSpPr>
          <p:cNvPr id="1832" name="Google Shape;1832;p39">
            <a:extLst>
              <a:ext uri="{FF2B5EF4-FFF2-40B4-BE49-F238E27FC236}">
                <a16:creationId xmlns:a16="http://schemas.microsoft.com/office/drawing/2014/main" id="{19E9AC81-DEF5-5EEF-B6FC-DDD1ABAF9541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402299" y="3392854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/>
              <a:t>Phần 5</a:t>
            </a:r>
          </a:p>
        </p:txBody>
      </p:sp>
      <p:grpSp>
        <p:nvGrpSpPr>
          <p:cNvPr id="3" name="Google Shape;12037;p70">
            <a:extLst>
              <a:ext uri="{FF2B5EF4-FFF2-40B4-BE49-F238E27FC236}">
                <a16:creationId xmlns:a16="http://schemas.microsoft.com/office/drawing/2014/main" id="{F1421F6A-3611-CC09-E2CC-23F20526FF61}"/>
              </a:ext>
            </a:extLst>
          </p:cNvPr>
          <p:cNvGrpSpPr/>
          <p:nvPr/>
        </p:nvGrpSpPr>
        <p:grpSpPr>
          <a:xfrm>
            <a:off x="4359277" y="1236055"/>
            <a:ext cx="379790" cy="380961"/>
            <a:chOff x="-2571737" y="2403625"/>
            <a:chExt cx="292225" cy="291425"/>
          </a:xfrm>
          <a:solidFill>
            <a:schemeClr val="bg1"/>
          </a:solidFill>
        </p:grpSpPr>
        <p:sp>
          <p:nvSpPr>
            <p:cNvPr id="4" name="Google Shape;12038;p70">
              <a:extLst>
                <a:ext uri="{FF2B5EF4-FFF2-40B4-BE49-F238E27FC236}">
                  <a16:creationId xmlns:a16="http://schemas.microsoft.com/office/drawing/2014/main" id="{E075BE1E-EA9C-3536-3A42-729EB5E1EF30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2039;p70">
              <a:extLst>
                <a:ext uri="{FF2B5EF4-FFF2-40B4-BE49-F238E27FC236}">
                  <a16:creationId xmlns:a16="http://schemas.microsoft.com/office/drawing/2014/main" id="{DC22607D-9B41-23F6-FE21-BEB08969501C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040;p70">
              <a:extLst>
                <a:ext uri="{FF2B5EF4-FFF2-40B4-BE49-F238E27FC236}">
                  <a16:creationId xmlns:a16="http://schemas.microsoft.com/office/drawing/2014/main" id="{86363504-284C-8F06-4A34-13EF86188669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041;p70">
              <a:extLst>
                <a:ext uri="{FF2B5EF4-FFF2-40B4-BE49-F238E27FC236}">
                  <a16:creationId xmlns:a16="http://schemas.microsoft.com/office/drawing/2014/main" id="{A4C610E9-5333-69C7-4318-0581F52144D7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042;p70">
              <a:extLst>
                <a:ext uri="{FF2B5EF4-FFF2-40B4-BE49-F238E27FC236}">
                  <a16:creationId xmlns:a16="http://schemas.microsoft.com/office/drawing/2014/main" id="{062B13D9-B5BA-F42F-99AE-9A169FFC2302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043;p70">
              <a:extLst>
                <a:ext uri="{FF2B5EF4-FFF2-40B4-BE49-F238E27FC236}">
                  <a16:creationId xmlns:a16="http://schemas.microsoft.com/office/drawing/2014/main" id="{EA24226E-1272-A28E-C577-8B33B9D9CFE5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044;p70">
              <a:extLst>
                <a:ext uri="{FF2B5EF4-FFF2-40B4-BE49-F238E27FC236}">
                  <a16:creationId xmlns:a16="http://schemas.microsoft.com/office/drawing/2014/main" id="{069680C1-514A-0285-C9CA-EE27E7BF4CB5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11509;p68">
            <a:extLst>
              <a:ext uri="{FF2B5EF4-FFF2-40B4-BE49-F238E27FC236}">
                <a16:creationId xmlns:a16="http://schemas.microsoft.com/office/drawing/2014/main" id="{B63EC03A-684D-EB90-BDD6-207646668394}"/>
              </a:ext>
            </a:extLst>
          </p:cNvPr>
          <p:cNvGrpSpPr/>
          <p:nvPr/>
        </p:nvGrpSpPr>
        <p:grpSpPr>
          <a:xfrm>
            <a:off x="1692657" y="1189524"/>
            <a:ext cx="379790" cy="456082"/>
            <a:chOff x="-48237000" y="2342650"/>
            <a:chExt cx="256800" cy="300225"/>
          </a:xfrm>
          <a:solidFill>
            <a:schemeClr val="bg1"/>
          </a:solidFill>
        </p:grpSpPr>
        <p:sp>
          <p:nvSpPr>
            <p:cNvPr id="12" name="Google Shape;11510;p68">
              <a:extLst>
                <a:ext uri="{FF2B5EF4-FFF2-40B4-BE49-F238E27FC236}">
                  <a16:creationId xmlns:a16="http://schemas.microsoft.com/office/drawing/2014/main" id="{48C0D318-F580-3B6E-7ADA-BA47FE85C6D0}"/>
                </a:ext>
              </a:extLst>
            </p:cNvPr>
            <p:cNvSpPr/>
            <p:nvPr/>
          </p:nvSpPr>
          <p:spPr>
            <a:xfrm>
              <a:off x="-48237000" y="2342650"/>
              <a:ext cx="256800" cy="300225"/>
            </a:xfrm>
            <a:custGeom>
              <a:avLst/>
              <a:gdLst/>
              <a:ahLst/>
              <a:cxnLst/>
              <a:rect l="l" t="t" r="r" b="b"/>
              <a:pathLst>
                <a:path w="10272" h="12009" extrusionOk="0">
                  <a:moveTo>
                    <a:pt x="4507" y="679"/>
                  </a:moveTo>
                  <a:cubicBezTo>
                    <a:pt x="4774" y="679"/>
                    <a:pt x="5048" y="706"/>
                    <a:pt x="5325" y="762"/>
                  </a:cubicBezTo>
                  <a:cubicBezTo>
                    <a:pt x="6774" y="1077"/>
                    <a:pt x="7940" y="2274"/>
                    <a:pt x="8255" y="3723"/>
                  </a:cubicBezTo>
                  <a:cubicBezTo>
                    <a:pt x="8381" y="4227"/>
                    <a:pt x="8381" y="4763"/>
                    <a:pt x="8318" y="5267"/>
                  </a:cubicBezTo>
                  <a:cubicBezTo>
                    <a:pt x="8318" y="5330"/>
                    <a:pt x="8318" y="5424"/>
                    <a:pt x="8350" y="5487"/>
                  </a:cubicBezTo>
                  <a:lnTo>
                    <a:pt x="9263" y="7220"/>
                  </a:lnTo>
                  <a:cubicBezTo>
                    <a:pt x="9389" y="7441"/>
                    <a:pt x="9232" y="7756"/>
                    <a:pt x="8980" y="7756"/>
                  </a:cubicBezTo>
                  <a:lnTo>
                    <a:pt x="8034" y="7756"/>
                  </a:lnTo>
                  <a:cubicBezTo>
                    <a:pt x="7845" y="7756"/>
                    <a:pt x="7688" y="7913"/>
                    <a:pt x="7688" y="8102"/>
                  </a:cubicBezTo>
                  <a:lnTo>
                    <a:pt x="7688" y="9867"/>
                  </a:lnTo>
                  <a:lnTo>
                    <a:pt x="5892" y="9867"/>
                  </a:lnTo>
                  <a:cubicBezTo>
                    <a:pt x="5703" y="9867"/>
                    <a:pt x="5546" y="10024"/>
                    <a:pt x="5546" y="10213"/>
                  </a:cubicBezTo>
                  <a:lnTo>
                    <a:pt x="5546" y="11284"/>
                  </a:lnTo>
                  <a:lnTo>
                    <a:pt x="2049" y="11284"/>
                  </a:lnTo>
                  <a:lnTo>
                    <a:pt x="2049" y="7693"/>
                  </a:lnTo>
                  <a:cubicBezTo>
                    <a:pt x="2049" y="7598"/>
                    <a:pt x="2017" y="7504"/>
                    <a:pt x="1923" y="7441"/>
                  </a:cubicBezTo>
                  <a:cubicBezTo>
                    <a:pt x="1103" y="6685"/>
                    <a:pt x="631" y="5645"/>
                    <a:pt x="631" y="4542"/>
                  </a:cubicBezTo>
                  <a:cubicBezTo>
                    <a:pt x="631" y="2387"/>
                    <a:pt x="2372" y="679"/>
                    <a:pt x="4507" y="679"/>
                  </a:cubicBezTo>
                  <a:close/>
                  <a:moveTo>
                    <a:pt x="4570" y="0"/>
                  </a:moveTo>
                  <a:cubicBezTo>
                    <a:pt x="2059" y="0"/>
                    <a:pt x="1" y="1999"/>
                    <a:pt x="1" y="4542"/>
                  </a:cubicBezTo>
                  <a:cubicBezTo>
                    <a:pt x="1" y="5802"/>
                    <a:pt x="505" y="7000"/>
                    <a:pt x="1418" y="7850"/>
                  </a:cubicBezTo>
                  <a:lnTo>
                    <a:pt x="1418" y="11631"/>
                  </a:lnTo>
                  <a:cubicBezTo>
                    <a:pt x="1418" y="11851"/>
                    <a:pt x="1576" y="12009"/>
                    <a:pt x="1765" y="12009"/>
                  </a:cubicBezTo>
                  <a:lnTo>
                    <a:pt x="5987" y="12009"/>
                  </a:lnTo>
                  <a:cubicBezTo>
                    <a:pt x="6176" y="12009"/>
                    <a:pt x="6333" y="11851"/>
                    <a:pt x="6333" y="11631"/>
                  </a:cubicBezTo>
                  <a:lnTo>
                    <a:pt x="6333" y="10591"/>
                  </a:lnTo>
                  <a:lnTo>
                    <a:pt x="8097" y="10591"/>
                  </a:lnTo>
                  <a:cubicBezTo>
                    <a:pt x="8287" y="10591"/>
                    <a:pt x="8444" y="10434"/>
                    <a:pt x="8444" y="10213"/>
                  </a:cubicBezTo>
                  <a:lnTo>
                    <a:pt x="8444" y="8449"/>
                  </a:lnTo>
                  <a:lnTo>
                    <a:pt x="9043" y="8449"/>
                  </a:lnTo>
                  <a:cubicBezTo>
                    <a:pt x="9799" y="8417"/>
                    <a:pt x="10271" y="7598"/>
                    <a:pt x="9925" y="6874"/>
                  </a:cubicBezTo>
                  <a:lnTo>
                    <a:pt x="9043" y="5267"/>
                  </a:lnTo>
                  <a:cubicBezTo>
                    <a:pt x="9137" y="4700"/>
                    <a:pt x="9137" y="4164"/>
                    <a:pt x="9011" y="3597"/>
                  </a:cubicBezTo>
                  <a:cubicBezTo>
                    <a:pt x="8665" y="1864"/>
                    <a:pt x="7247" y="510"/>
                    <a:pt x="5546" y="100"/>
                  </a:cubicBezTo>
                  <a:cubicBezTo>
                    <a:pt x="5215" y="33"/>
                    <a:pt x="4889" y="0"/>
                    <a:pt x="45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511;p68">
              <a:extLst>
                <a:ext uri="{FF2B5EF4-FFF2-40B4-BE49-F238E27FC236}">
                  <a16:creationId xmlns:a16="http://schemas.microsoft.com/office/drawing/2014/main" id="{A40FF1F6-9B87-F860-9261-D1A51D47B8A4}"/>
                </a:ext>
              </a:extLst>
            </p:cNvPr>
            <p:cNvSpPr/>
            <p:nvPr/>
          </p:nvSpPr>
          <p:spPr>
            <a:xfrm>
              <a:off x="-48195250" y="2377425"/>
              <a:ext cx="144150" cy="140225"/>
            </a:xfrm>
            <a:custGeom>
              <a:avLst/>
              <a:gdLst/>
              <a:ahLst/>
              <a:cxnLst/>
              <a:rect l="l" t="t" r="r" b="b"/>
              <a:pathLst>
                <a:path w="5766" h="5609" extrusionOk="0">
                  <a:moveTo>
                    <a:pt x="3214" y="757"/>
                  </a:moveTo>
                  <a:lnTo>
                    <a:pt x="3214" y="883"/>
                  </a:lnTo>
                  <a:cubicBezTo>
                    <a:pt x="3214" y="1040"/>
                    <a:pt x="3277" y="1135"/>
                    <a:pt x="3435" y="1198"/>
                  </a:cubicBezTo>
                  <a:cubicBezTo>
                    <a:pt x="3624" y="1261"/>
                    <a:pt x="3844" y="1387"/>
                    <a:pt x="4002" y="1513"/>
                  </a:cubicBezTo>
                  <a:cubicBezTo>
                    <a:pt x="4061" y="1553"/>
                    <a:pt x="4146" y="1593"/>
                    <a:pt x="4233" y="1593"/>
                  </a:cubicBezTo>
                  <a:cubicBezTo>
                    <a:pt x="4283" y="1593"/>
                    <a:pt x="4333" y="1579"/>
                    <a:pt x="4380" y="1545"/>
                  </a:cubicBezTo>
                  <a:lnTo>
                    <a:pt x="4506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32" y="2206"/>
                    <a:pt x="4537" y="2364"/>
                    <a:pt x="4569" y="2490"/>
                  </a:cubicBezTo>
                  <a:cubicBezTo>
                    <a:pt x="4632" y="2710"/>
                    <a:pt x="4632" y="2899"/>
                    <a:pt x="4569" y="3120"/>
                  </a:cubicBezTo>
                  <a:cubicBezTo>
                    <a:pt x="4537" y="3277"/>
                    <a:pt x="4632" y="3403"/>
                    <a:pt x="4726" y="3466"/>
                  </a:cubicBezTo>
                  <a:lnTo>
                    <a:pt x="4852" y="3561"/>
                  </a:lnTo>
                  <a:lnTo>
                    <a:pt x="4506" y="4159"/>
                  </a:lnTo>
                  <a:lnTo>
                    <a:pt x="4380" y="4065"/>
                  </a:lnTo>
                  <a:cubicBezTo>
                    <a:pt x="4323" y="4037"/>
                    <a:pt x="4260" y="4021"/>
                    <a:pt x="4199" y="4021"/>
                  </a:cubicBezTo>
                  <a:cubicBezTo>
                    <a:pt x="4125" y="4021"/>
                    <a:pt x="4054" y="4044"/>
                    <a:pt x="4002" y="4096"/>
                  </a:cubicBezTo>
                  <a:cubicBezTo>
                    <a:pt x="3844" y="4254"/>
                    <a:pt x="3624" y="4348"/>
                    <a:pt x="3435" y="4411"/>
                  </a:cubicBezTo>
                  <a:cubicBezTo>
                    <a:pt x="3277" y="4475"/>
                    <a:pt x="3214" y="4632"/>
                    <a:pt x="3214" y="4727"/>
                  </a:cubicBezTo>
                  <a:lnTo>
                    <a:pt x="3214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426" y="4475"/>
                    <a:pt x="2269" y="4411"/>
                  </a:cubicBezTo>
                  <a:cubicBezTo>
                    <a:pt x="2048" y="4348"/>
                    <a:pt x="1859" y="4222"/>
                    <a:pt x="1702" y="4096"/>
                  </a:cubicBezTo>
                  <a:cubicBezTo>
                    <a:pt x="1622" y="4057"/>
                    <a:pt x="1530" y="4017"/>
                    <a:pt x="1449" y="4017"/>
                  </a:cubicBezTo>
                  <a:cubicBezTo>
                    <a:pt x="1402" y="4017"/>
                    <a:pt x="1358" y="4030"/>
                    <a:pt x="1324" y="4065"/>
                  </a:cubicBezTo>
                  <a:lnTo>
                    <a:pt x="1198" y="4159"/>
                  </a:lnTo>
                  <a:lnTo>
                    <a:pt x="851" y="3561"/>
                  </a:lnTo>
                  <a:lnTo>
                    <a:pt x="946" y="3466"/>
                  </a:lnTo>
                  <a:cubicBezTo>
                    <a:pt x="1072" y="3403"/>
                    <a:pt x="1166" y="3246"/>
                    <a:pt x="1103" y="3120"/>
                  </a:cubicBezTo>
                  <a:cubicBezTo>
                    <a:pt x="1072" y="2899"/>
                    <a:pt x="1072" y="2710"/>
                    <a:pt x="1103" y="2490"/>
                  </a:cubicBezTo>
                  <a:cubicBezTo>
                    <a:pt x="1166" y="2332"/>
                    <a:pt x="1072" y="2206"/>
                    <a:pt x="946" y="2143"/>
                  </a:cubicBezTo>
                  <a:lnTo>
                    <a:pt x="851" y="2049"/>
                  </a:lnTo>
                  <a:lnTo>
                    <a:pt x="1198" y="1482"/>
                  </a:lnTo>
                  <a:lnTo>
                    <a:pt x="1324" y="1545"/>
                  </a:lnTo>
                  <a:cubicBezTo>
                    <a:pt x="1366" y="1573"/>
                    <a:pt x="1421" y="1588"/>
                    <a:pt x="1481" y="1588"/>
                  </a:cubicBezTo>
                  <a:cubicBezTo>
                    <a:pt x="1553" y="1588"/>
                    <a:pt x="1632" y="1565"/>
                    <a:pt x="1702" y="1513"/>
                  </a:cubicBezTo>
                  <a:cubicBezTo>
                    <a:pt x="1859" y="1356"/>
                    <a:pt x="2048" y="1261"/>
                    <a:pt x="2269" y="1198"/>
                  </a:cubicBezTo>
                  <a:cubicBezTo>
                    <a:pt x="2426" y="1135"/>
                    <a:pt x="2489" y="977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85" y="1"/>
                    <a:pt x="1828" y="158"/>
                    <a:pt x="1828" y="379"/>
                  </a:cubicBezTo>
                  <a:lnTo>
                    <a:pt x="1828" y="599"/>
                  </a:lnTo>
                  <a:cubicBezTo>
                    <a:pt x="1702" y="631"/>
                    <a:pt x="1576" y="725"/>
                    <a:pt x="1513" y="788"/>
                  </a:cubicBezTo>
                  <a:lnTo>
                    <a:pt x="1324" y="694"/>
                  </a:lnTo>
                  <a:cubicBezTo>
                    <a:pt x="1265" y="658"/>
                    <a:pt x="1192" y="641"/>
                    <a:pt x="1122" y="641"/>
                  </a:cubicBezTo>
                  <a:cubicBezTo>
                    <a:pt x="1004" y="641"/>
                    <a:pt x="890" y="690"/>
                    <a:pt x="851" y="788"/>
                  </a:cubicBezTo>
                  <a:lnTo>
                    <a:pt x="126" y="2017"/>
                  </a:lnTo>
                  <a:cubicBezTo>
                    <a:pt x="63" y="2175"/>
                    <a:pt x="95" y="2427"/>
                    <a:pt x="253" y="2490"/>
                  </a:cubicBezTo>
                  <a:lnTo>
                    <a:pt x="442" y="2616"/>
                  </a:lnTo>
                  <a:lnTo>
                    <a:pt x="442" y="2994"/>
                  </a:lnTo>
                  <a:lnTo>
                    <a:pt x="253" y="3120"/>
                  </a:lnTo>
                  <a:cubicBezTo>
                    <a:pt x="95" y="3214"/>
                    <a:pt x="0" y="3435"/>
                    <a:pt x="126" y="3592"/>
                  </a:cubicBezTo>
                  <a:lnTo>
                    <a:pt x="851" y="4821"/>
                  </a:lnTo>
                  <a:cubicBezTo>
                    <a:pt x="894" y="4928"/>
                    <a:pt x="1024" y="4991"/>
                    <a:pt x="1152" y="4991"/>
                  </a:cubicBezTo>
                  <a:cubicBezTo>
                    <a:pt x="1213" y="4991"/>
                    <a:pt x="1273" y="4977"/>
                    <a:pt x="1324" y="4947"/>
                  </a:cubicBezTo>
                  <a:lnTo>
                    <a:pt x="1513" y="4821"/>
                  </a:lnTo>
                  <a:cubicBezTo>
                    <a:pt x="1639" y="4884"/>
                    <a:pt x="1733" y="4979"/>
                    <a:pt x="1828" y="5010"/>
                  </a:cubicBezTo>
                  <a:lnTo>
                    <a:pt x="1828" y="5262"/>
                  </a:lnTo>
                  <a:cubicBezTo>
                    <a:pt x="1828" y="5451"/>
                    <a:pt x="1985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9" y="5451"/>
                    <a:pt x="3939" y="5262"/>
                  </a:cubicBezTo>
                  <a:lnTo>
                    <a:pt x="3939" y="5010"/>
                  </a:lnTo>
                  <a:cubicBezTo>
                    <a:pt x="4065" y="4979"/>
                    <a:pt x="4191" y="4884"/>
                    <a:pt x="4254" y="4821"/>
                  </a:cubicBezTo>
                  <a:lnTo>
                    <a:pt x="4474" y="4947"/>
                  </a:lnTo>
                  <a:cubicBezTo>
                    <a:pt x="4524" y="4967"/>
                    <a:pt x="4580" y="4978"/>
                    <a:pt x="4637" y="4978"/>
                  </a:cubicBezTo>
                  <a:cubicBezTo>
                    <a:pt x="4759" y="4978"/>
                    <a:pt x="4882" y="4929"/>
                    <a:pt x="4947" y="4821"/>
                  </a:cubicBezTo>
                  <a:lnTo>
                    <a:pt x="5640" y="3592"/>
                  </a:lnTo>
                  <a:cubicBezTo>
                    <a:pt x="5734" y="3435"/>
                    <a:pt x="5671" y="3214"/>
                    <a:pt x="5514" y="3120"/>
                  </a:cubicBezTo>
                  <a:lnTo>
                    <a:pt x="5325" y="2994"/>
                  </a:lnTo>
                  <a:lnTo>
                    <a:pt x="5325" y="2616"/>
                  </a:lnTo>
                  <a:lnTo>
                    <a:pt x="5514" y="2490"/>
                  </a:lnTo>
                  <a:cubicBezTo>
                    <a:pt x="5671" y="2427"/>
                    <a:pt x="5766" y="2206"/>
                    <a:pt x="5640" y="2017"/>
                  </a:cubicBezTo>
                  <a:lnTo>
                    <a:pt x="4947" y="788"/>
                  </a:lnTo>
                  <a:cubicBezTo>
                    <a:pt x="4887" y="689"/>
                    <a:pt x="4777" y="627"/>
                    <a:pt x="4664" y="627"/>
                  </a:cubicBezTo>
                  <a:cubicBezTo>
                    <a:pt x="4598" y="627"/>
                    <a:pt x="4532" y="648"/>
                    <a:pt x="4474" y="694"/>
                  </a:cubicBezTo>
                  <a:lnTo>
                    <a:pt x="4254" y="788"/>
                  </a:lnTo>
                  <a:cubicBezTo>
                    <a:pt x="4159" y="725"/>
                    <a:pt x="4033" y="631"/>
                    <a:pt x="3939" y="599"/>
                  </a:cubicBezTo>
                  <a:lnTo>
                    <a:pt x="3939" y="379"/>
                  </a:lnTo>
                  <a:cubicBezTo>
                    <a:pt x="3939" y="158"/>
                    <a:pt x="3781" y="1"/>
                    <a:pt x="35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512;p68">
              <a:extLst>
                <a:ext uri="{FF2B5EF4-FFF2-40B4-BE49-F238E27FC236}">
                  <a16:creationId xmlns:a16="http://schemas.microsoft.com/office/drawing/2014/main" id="{C1364E01-11AC-67BE-9510-DBCE376CD541}"/>
                </a:ext>
              </a:extLst>
            </p:cNvPr>
            <p:cNvSpPr/>
            <p:nvPr/>
          </p:nvSpPr>
          <p:spPr>
            <a:xfrm>
              <a:off x="-48150350" y="2422325"/>
              <a:ext cx="52775" cy="52800"/>
            </a:xfrm>
            <a:custGeom>
              <a:avLst/>
              <a:gdLst/>
              <a:ahLst/>
              <a:cxnLst/>
              <a:rect l="l" t="t" r="r" b="b"/>
              <a:pathLst>
                <a:path w="2111" h="2112" extrusionOk="0">
                  <a:moveTo>
                    <a:pt x="1040" y="662"/>
                  </a:moveTo>
                  <a:cubicBezTo>
                    <a:pt x="1260" y="662"/>
                    <a:pt x="1418" y="820"/>
                    <a:pt x="1418" y="1009"/>
                  </a:cubicBezTo>
                  <a:cubicBezTo>
                    <a:pt x="1418" y="1198"/>
                    <a:pt x="1260" y="1355"/>
                    <a:pt x="1040" y="1355"/>
                  </a:cubicBezTo>
                  <a:cubicBezTo>
                    <a:pt x="851" y="1355"/>
                    <a:pt x="693" y="1198"/>
                    <a:pt x="693" y="1009"/>
                  </a:cubicBezTo>
                  <a:cubicBezTo>
                    <a:pt x="693" y="820"/>
                    <a:pt x="851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1"/>
                    <a:pt x="1040" y="2111"/>
                  </a:cubicBezTo>
                  <a:cubicBezTo>
                    <a:pt x="1639" y="2111"/>
                    <a:pt x="2111" y="1639"/>
                    <a:pt x="2111" y="1040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1154;p67">
            <a:extLst>
              <a:ext uri="{FF2B5EF4-FFF2-40B4-BE49-F238E27FC236}">
                <a16:creationId xmlns:a16="http://schemas.microsoft.com/office/drawing/2014/main" id="{B0DA2466-D068-CF76-221F-2AEE29EB801C}"/>
              </a:ext>
            </a:extLst>
          </p:cNvPr>
          <p:cNvGrpSpPr/>
          <p:nvPr/>
        </p:nvGrpSpPr>
        <p:grpSpPr>
          <a:xfrm>
            <a:off x="7089637" y="1286797"/>
            <a:ext cx="356438" cy="353557"/>
            <a:chOff x="-31166825" y="1939525"/>
            <a:chExt cx="293800" cy="291425"/>
          </a:xfrm>
          <a:solidFill>
            <a:schemeClr val="bg1"/>
          </a:solidFill>
        </p:grpSpPr>
        <p:sp>
          <p:nvSpPr>
            <p:cNvPr id="20" name="Google Shape;11155;p67">
              <a:extLst>
                <a:ext uri="{FF2B5EF4-FFF2-40B4-BE49-F238E27FC236}">
                  <a16:creationId xmlns:a16="http://schemas.microsoft.com/office/drawing/2014/main" id="{259B7283-4804-9C7A-A14D-D660F03E6CDD}"/>
                </a:ext>
              </a:extLst>
            </p:cNvPr>
            <p:cNvSpPr/>
            <p:nvPr/>
          </p:nvSpPr>
          <p:spPr>
            <a:xfrm>
              <a:off x="-31166825" y="1939525"/>
              <a:ext cx="224500" cy="291425"/>
            </a:xfrm>
            <a:custGeom>
              <a:avLst/>
              <a:gdLst/>
              <a:ahLst/>
              <a:cxnLst/>
              <a:rect l="l" t="t" r="r" b="b"/>
              <a:pathLst>
                <a:path w="8980" h="11657" extrusionOk="0">
                  <a:moveTo>
                    <a:pt x="5892" y="662"/>
                  </a:moveTo>
                  <a:cubicBezTo>
                    <a:pt x="6081" y="662"/>
                    <a:pt x="6239" y="819"/>
                    <a:pt x="6239" y="1040"/>
                  </a:cubicBezTo>
                  <a:lnTo>
                    <a:pt x="6239" y="1386"/>
                  </a:lnTo>
                  <a:lnTo>
                    <a:pt x="2805" y="1386"/>
                  </a:lnTo>
                  <a:lnTo>
                    <a:pt x="2805" y="1040"/>
                  </a:lnTo>
                  <a:cubicBezTo>
                    <a:pt x="2805" y="819"/>
                    <a:pt x="2962" y="662"/>
                    <a:pt x="3120" y="662"/>
                  </a:cubicBezTo>
                  <a:close/>
                  <a:moveTo>
                    <a:pt x="8035" y="1323"/>
                  </a:moveTo>
                  <a:cubicBezTo>
                    <a:pt x="8255" y="1323"/>
                    <a:pt x="8413" y="1512"/>
                    <a:pt x="8413" y="1701"/>
                  </a:cubicBezTo>
                  <a:lnTo>
                    <a:pt x="8413" y="10617"/>
                  </a:lnTo>
                  <a:cubicBezTo>
                    <a:pt x="8413" y="10838"/>
                    <a:pt x="8255" y="10995"/>
                    <a:pt x="8035" y="10995"/>
                  </a:cubicBezTo>
                  <a:lnTo>
                    <a:pt x="1166" y="10995"/>
                  </a:lnTo>
                  <a:cubicBezTo>
                    <a:pt x="946" y="10995"/>
                    <a:pt x="788" y="10838"/>
                    <a:pt x="788" y="10617"/>
                  </a:cubicBezTo>
                  <a:lnTo>
                    <a:pt x="788" y="1701"/>
                  </a:lnTo>
                  <a:lnTo>
                    <a:pt x="757" y="1701"/>
                  </a:lnTo>
                  <a:cubicBezTo>
                    <a:pt x="757" y="1512"/>
                    <a:pt x="914" y="1323"/>
                    <a:pt x="1103" y="1323"/>
                  </a:cubicBezTo>
                  <a:lnTo>
                    <a:pt x="2143" y="1323"/>
                  </a:lnTo>
                  <a:lnTo>
                    <a:pt x="2143" y="1701"/>
                  </a:lnTo>
                  <a:cubicBezTo>
                    <a:pt x="2143" y="1890"/>
                    <a:pt x="2301" y="2048"/>
                    <a:pt x="2490" y="2048"/>
                  </a:cubicBezTo>
                  <a:lnTo>
                    <a:pt x="6617" y="2048"/>
                  </a:lnTo>
                  <a:cubicBezTo>
                    <a:pt x="6837" y="2048"/>
                    <a:pt x="6995" y="1890"/>
                    <a:pt x="6995" y="1701"/>
                  </a:cubicBezTo>
                  <a:lnTo>
                    <a:pt x="6995" y="1323"/>
                  </a:lnTo>
                  <a:close/>
                  <a:moveTo>
                    <a:pt x="3120" y="0"/>
                  </a:moveTo>
                  <a:cubicBezTo>
                    <a:pt x="2679" y="0"/>
                    <a:pt x="2301" y="284"/>
                    <a:pt x="2143" y="662"/>
                  </a:cubicBezTo>
                  <a:lnTo>
                    <a:pt x="1040" y="662"/>
                  </a:lnTo>
                  <a:cubicBezTo>
                    <a:pt x="473" y="662"/>
                    <a:pt x="1" y="1134"/>
                    <a:pt x="1" y="1701"/>
                  </a:cubicBezTo>
                  <a:lnTo>
                    <a:pt x="1" y="10649"/>
                  </a:lnTo>
                  <a:cubicBezTo>
                    <a:pt x="64" y="11216"/>
                    <a:pt x="536" y="11657"/>
                    <a:pt x="1072" y="11657"/>
                  </a:cubicBezTo>
                  <a:lnTo>
                    <a:pt x="7971" y="11657"/>
                  </a:lnTo>
                  <a:cubicBezTo>
                    <a:pt x="8507" y="11657"/>
                    <a:pt x="8980" y="11184"/>
                    <a:pt x="8980" y="10649"/>
                  </a:cubicBezTo>
                  <a:lnTo>
                    <a:pt x="8980" y="1701"/>
                  </a:lnTo>
                  <a:cubicBezTo>
                    <a:pt x="8980" y="1134"/>
                    <a:pt x="8507" y="662"/>
                    <a:pt x="7971" y="662"/>
                  </a:cubicBezTo>
                  <a:lnTo>
                    <a:pt x="6869" y="662"/>
                  </a:lnTo>
                  <a:cubicBezTo>
                    <a:pt x="6711" y="284"/>
                    <a:pt x="6365" y="0"/>
                    <a:pt x="58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156;p67">
              <a:extLst>
                <a:ext uri="{FF2B5EF4-FFF2-40B4-BE49-F238E27FC236}">
                  <a16:creationId xmlns:a16="http://schemas.microsoft.com/office/drawing/2014/main" id="{C1BD60CB-FDBE-8589-0B07-AFAF5DCAD41D}"/>
                </a:ext>
              </a:extLst>
            </p:cNvPr>
            <p:cNvSpPr/>
            <p:nvPr/>
          </p:nvSpPr>
          <p:spPr>
            <a:xfrm>
              <a:off x="-31131375" y="214507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6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6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4"/>
                  </a:lnTo>
                  <a:cubicBezTo>
                    <a:pt x="0" y="1954"/>
                    <a:pt x="158" y="2112"/>
                    <a:pt x="379" y="2112"/>
                  </a:cubicBezTo>
                  <a:lnTo>
                    <a:pt x="1733" y="2112"/>
                  </a:lnTo>
                  <a:cubicBezTo>
                    <a:pt x="1954" y="2112"/>
                    <a:pt x="2111" y="1954"/>
                    <a:pt x="2111" y="1734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157;p67">
              <a:extLst>
                <a:ext uri="{FF2B5EF4-FFF2-40B4-BE49-F238E27FC236}">
                  <a16:creationId xmlns:a16="http://schemas.microsoft.com/office/drawing/2014/main" id="{7557E776-7665-DD66-07A0-DD3D219DECE8}"/>
                </a:ext>
              </a:extLst>
            </p:cNvPr>
            <p:cNvSpPr/>
            <p:nvPr/>
          </p:nvSpPr>
          <p:spPr>
            <a:xfrm>
              <a:off x="-31131375" y="2076550"/>
              <a:ext cx="52800" cy="52025"/>
            </a:xfrm>
            <a:custGeom>
              <a:avLst/>
              <a:gdLst/>
              <a:ahLst/>
              <a:cxnLst/>
              <a:rect l="l" t="t" r="r" b="b"/>
              <a:pathLst>
                <a:path w="2112" h="2081" extrusionOk="0">
                  <a:moveTo>
                    <a:pt x="1355" y="694"/>
                  </a:moveTo>
                  <a:lnTo>
                    <a:pt x="1355" y="1356"/>
                  </a:lnTo>
                  <a:lnTo>
                    <a:pt x="694" y="1356"/>
                  </a:lnTo>
                  <a:lnTo>
                    <a:pt x="694" y="694"/>
                  </a:lnTo>
                  <a:close/>
                  <a:moveTo>
                    <a:pt x="379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79" y="2080"/>
                  </a:cubicBezTo>
                  <a:lnTo>
                    <a:pt x="1733" y="2080"/>
                  </a:lnTo>
                  <a:cubicBezTo>
                    <a:pt x="1954" y="2080"/>
                    <a:pt x="2111" y="1923"/>
                    <a:pt x="2111" y="1734"/>
                  </a:cubicBezTo>
                  <a:lnTo>
                    <a:pt x="2111" y="348"/>
                  </a:ln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158;p67">
              <a:extLst>
                <a:ext uri="{FF2B5EF4-FFF2-40B4-BE49-F238E27FC236}">
                  <a16:creationId xmlns:a16="http://schemas.microsoft.com/office/drawing/2014/main" id="{7CAAEF2C-60C6-C67F-5A2C-5038CBA3F966}"/>
                </a:ext>
              </a:extLst>
            </p:cNvPr>
            <p:cNvSpPr/>
            <p:nvPr/>
          </p:nvSpPr>
          <p:spPr>
            <a:xfrm>
              <a:off x="-31131375" y="20072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5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5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3"/>
                  </a:lnTo>
                  <a:cubicBezTo>
                    <a:pt x="0" y="1954"/>
                    <a:pt x="158" y="2111"/>
                    <a:pt x="379" y="2111"/>
                  </a:cubicBezTo>
                  <a:lnTo>
                    <a:pt x="1733" y="2111"/>
                  </a:lnTo>
                  <a:cubicBezTo>
                    <a:pt x="1954" y="2111"/>
                    <a:pt x="2111" y="1954"/>
                    <a:pt x="2111" y="1733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159;p67">
              <a:extLst>
                <a:ext uri="{FF2B5EF4-FFF2-40B4-BE49-F238E27FC236}">
                  <a16:creationId xmlns:a16="http://schemas.microsoft.com/office/drawing/2014/main" id="{3E99BAA1-C70D-0DEA-5DEF-2B73A7B11BC6}"/>
                </a:ext>
              </a:extLst>
            </p:cNvPr>
            <p:cNvSpPr/>
            <p:nvPr/>
          </p:nvSpPr>
          <p:spPr>
            <a:xfrm>
              <a:off x="-31062075" y="2007250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3057" y="725"/>
                  </a:lnTo>
                  <a:cubicBezTo>
                    <a:pt x="3277" y="725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160;p67">
              <a:extLst>
                <a:ext uri="{FF2B5EF4-FFF2-40B4-BE49-F238E27FC236}">
                  <a16:creationId xmlns:a16="http://schemas.microsoft.com/office/drawing/2014/main" id="{F8BE40D8-D3BB-5128-6432-D49CB5617A5F}"/>
                </a:ext>
              </a:extLst>
            </p:cNvPr>
            <p:cNvSpPr/>
            <p:nvPr/>
          </p:nvSpPr>
          <p:spPr>
            <a:xfrm>
              <a:off x="-31062075" y="2041900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47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161;p67">
              <a:extLst>
                <a:ext uri="{FF2B5EF4-FFF2-40B4-BE49-F238E27FC236}">
                  <a16:creationId xmlns:a16="http://schemas.microsoft.com/office/drawing/2014/main" id="{1F5D959D-8CF0-2BD1-3204-46F4619152F0}"/>
                </a:ext>
              </a:extLst>
            </p:cNvPr>
            <p:cNvSpPr/>
            <p:nvPr/>
          </p:nvSpPr>
          <p:spPr>
            <a:xfrm>
              <a:off x="-31062075" y="2076550"/>
              <a:ext cx="85875" cy="17375"/>
            </a:xfrm>
            <a:custGeom>
              <a:avLst/>
              <a:gdLst/>
              <a:ahLst/>
              <a:cxnLst/>
              <a:rect l="l" t="t" r="r" b="b"/>
              <a:pathLst>
                <a:path w="3435" h="695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3057" y="694"/>
                  </a:lnTo>
                  <a:cubicBezTo>
                    <a:pt x="3277" y="694"/>
                    <a:pt x="3435" y="537"/>
                    <a:pt x="3435" y="348"/>
                  </a:cubicBezTo>
                  <a:cubicBezTo>
                    <a:pt x="3435" y="159"/>
                    <a:pt x="3277" y="1"/>
                    <a:pt x="3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162;p67">
              <a:extLst>
                <a:ext uri="{FF2B5EF4-FFF2-40B4-BE49-F238E27FC236}">
                  <a16:creationId xmlns:a16="http://schemas.microsoft.com/office/drawing/2014/main" id="{408C7394-5BF6-D58A-7904-5F85B12BD5DB}"/>
                </a:ext>
              </a:extLst>
            </p:cNvPr>
            <p:cNvSpPr/>
            <p:nvPr/>
          </p:nvSpPr>
          <p:spPr>
            <a:xfrm>
              <a:off x="-31062075" y="211042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79"/>
                  </a:cubicBezTo>
                  <a:cubicBezTo>
                    <a:pt x="2080" y="190"/>
                    <a:pt x="1923" y="1"/>
                    <a:pt x="17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163;p67">
              <a:extLst>
                <a:ext uri="{FF2B5EF4-FFF2-40B4-BE49-F238E27FC236}">
                  <a16:creationId xmlns:a16="http://schemas.microsoft.com/office/drawing/2014/main" id="{2EA167A6-09B2-5099-4619-ED779C0F7CA9}"/>
                </a:ext>
              </a:extLst>
            </p:cNvPr>
            <p:cNvSpPr/>
            <p:nvPr/>
          </p:nvSpPr>
          <p:spPr>
            <a:xfrm>
              <a:off x="-31062075" y="2145075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6"/>
                    <a:pt x="347" y="726"/>
                  </a:cubicBezTo>
                  <a:lnTo>
                    <a:pt x="3057" y="726"/>
                  </a:lnTo>
                  <a:cubicBezTo>
                    <a:pt x="3277" y="726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1164;p67">
              <a:extLst>
                <a:ext uri="{FF2B5EF4-FFF2-40B4-BE49-F238E27FC236}">
                  <a16:creationId xmlns:a16="http://schemas.microsoft.com/office/drawing/2014/main" id="{8140BE59-7465-F1F4-E8B9-B9303F1E4DA4}"/>
                </a:ext>
              </a:extLst>
            </p:cNvPr>
            <p:cNvSpPr/>
            <p:nvPr/>
          </p:nvSpPr>
          <p:spPr>
            <a:xfrm>
              <a:off x="-31062075" y="2179750"/>
              <a:ext cx="52025" cy="18125"/>
            </a:xfrm>
            <a:custGeom>
              <a:avLst/>
              <a:gdLst/>
              <a:ahLst/>
              <a:cxnLst/>
              <a:rect l="l" t="t" r="r" b="b"/>
              <a:pathLst>
                <a:path w="2081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7"/>
                    <a:pt x="2080" y="347"/>
                  </a:cubicBez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165;p67">
              <a:extLst>
                <a:ext uri="{FF2B5EF4-FFF2-40B4-BE49-F238E27FC236}">
                  <a16:creationId xmlns:a16="http://schemas.microsoft.com/office/drawing/2014/main" id="{9820E8BD-7C18-C796-FB42-6F9FE446D236}"/>
                </a:ext>
              </a:extLst>
            </p:cNvPr>
            <p:cNvSpPr/>
            <p:nvPr/>
          </p:nvSpPr>
          <p:spPr>
            <a:xfrm>
              <a:off x="-30924225" y="1974175"/>
              <a:ext cx="51200" cy="240250"/>
            </a:xfrm>
            <a:custGeom>
              <a:avLst/>
              <a:gdLst/>
              <a:ahLst/>
              <a:cxnLst/>
              <a:rect l="l" t="t" r="r" b="b"/>
              <a:pathLst>
                <a:path w="2048" h="9610" extrusionOk="0">
                  <a:moveTo>
                    <a:pt x="1008" y="662"/>
                  </a:moveTo>
                  <a:cubicBezTo>
                    <a:pt x="1229" y="662"/>
                    <a:pt x="1386" y="819"/>
                    <a:pt x="1386" y="1009"/>
                  </a:cubicBezTo>
                  <a:lnTo>
                    <a:pt x="1386" y="2080"/>
                  </a:lnTo>
                  <a:lnTo>
                    <a:pt x="725" y="2080"/>
                  </a:lnTo>
                  <a:lnTo>
                    <a:pt x="725" y="1009"/>
                  </a:lnTo>
                  <a:lnTo>
                    <a:pt x="662" y="1009"/>
                  </a:lnTo>
                  <a:cubicBezTo>
                    <a:pt x="662" y="819"/>
                    <a:pt x="819" y="662"/>
                    <a:pt x="1008" y="662"/>
                  </a:cubicBezTo>
                  <a:close/>
                  <a:moveTo>
                    <a:pt x="1323" y="2741"/>
                  </a:moveTo>
                  <a:lnTo>
                    <a:pt x="1323" y="6900"/>
                  </a:lnTo>
                  <a:lnTo>
                    <a:pt x="662" y="6900"/>
                  </a:lnTo>
                  <a:lnTo>
                    <a:pt x="662" y="2741"/>
                  </a:lnTo>
                  <a:close/>
                  <a:moveTo>
                    <a:pt x="1260" y="7562"/>
                  </a:moveTo>
                  <a:lnTo>
                    <a:pt x="1008" y="8192"/>
                  </a:lnTo>
                  <a:lnTo>
                    <a:pt x="819" y="7562"/>
                  </a:ln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7215"/>
                  </a:lnTo>
                  <a:lnTo>
                    <a:pt x="0" y="7309"/>
                  </a:lnTo>
                  <a:lnTo>
                    <a:pt x="662" y="9357"/>
                  </a:lnTo>
                  <a:cubicBezTo>
                    <a:pt x="693" y="9515"/>
                    <a:pt x="819" y="9609"/>
                    <a:pt x="977" y="9609"/>
                  </a:cubicBezTo>
                  <a:cubicBezTo>
                    <a:pt x="1134" y="9609"/>
                    <a:pt x="1260" y="9515"/>
                    <a:pt x="1292" y="9357"/>
                  </a:cubicBezTo>
                  <a:lnTo>
                    <a:pt x="1954" y="7309"/>
                  </a:lnTo>
                  <a:lnTo>
                    <a:pt x="1954" y="7215"/>
                  </a:lnTo>
                  <a:lnTo>
                    <a:pt x="1954" y="1009"/>
                  </a:lnTo>
                  <a:cubicBezTo>
                    <a:pt x="2048" y="441"/>
                    <a:pt x="1576" y="0"/>
                    <a:pt x="10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1825;p39">
            <a:extLst>
              <a:ext uri="{FF2B5EF4-FFF2-40B4-BE49-F238E27FC236}">
                <a16:creationId xmlns:a16="http://schemas.microsoft.com/office/drawing/2014/main" id="{0654E090-201A-BA30-F723-D72A515F7DDC}"/>
              </a:ext>
            </a:extLst>
          </p:cNvPr>
          <p:cNvSpPr txBox="1">
            <a:spLocks/>
          </p:cNvSpPr>
          <p:nvPr/>
        </p:nvSpPr>
        <p:spPr>
          <a:xfrm>
            <a:off x="6077595" y="3727116"/>
            <a:ext cx="23745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Be Vietnam Pro" pitchFamily="2" charset="0"/>
                <a:ea typeface="Be Vietnam Pro" pitchFamily="2" charset="0"/>
                <a:cs typeface="Hind"/>
                <a:sym typeface="Hin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  <a:defRPr sz="12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/>
            <a:r>
              <a:rPr lang="vi-VN"/>
              <a:t>Giao diện Người dùng (UI) và Hệ thống Triển khai</a:t>
            </a:r>
            <a:endParaRPr lang="en-GB"/>
          </a:p>
        </p:txBody>
      </p:sp>
      <p:sp>
        <p:nvSpPr>
          <p:cNvPr id="32" name="Google Shape;1832;p39">
            <a:extLst>
              <a:ext uri="{FF2B5EF4-FFF2-40B4-BE49-F238E27FC236}">
                <a16:creationId xmlns:a16="http://schemas.microsoft.com/office/drawing/2014/main" id="{86A6A23C-ED54-76F6-EA88-4A96399A09CC}"/>
              </a:ext>
            </a:extLst>
          </p:cNvPr>
          <p:cNvSpPr txBox="1">
            <a:spLocks/>
          </p:cNvSpPr>
          <p:nvPr/>
        </p:nvSpPr>
        <p:spPr>
          <a:xfrm>
            <a:off x="6077595" y="3392854"/>
            <a:ext cx="23718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0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"/>
              <a:buNone/>
              <a:defRPr sz="24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GB"/>
              <a:t>Phần 6</a:t>
            </a:r>
          </a:p>
        </p:txBody>
      </p:sp>
      <p:sp>
        <p:nvSpPr>
          <p:cNvPr id="33" name="Google Shape;11483;p68">
            <a:extLst>
              <a:ext uri="{FF2B5EF4-FFF2-40B4-BE49-F238E27FC236}">
                <a16:creationId xmlns:a16="http://schemas.microsoft.com/office/drawing/2014/main" id="{A46FE675-27B4-C529-A886-4564D43BD5DB}"/>
              </a:ext>
            </a:extLst>
          </p:cNvPr>
          <p:cNvSpPr/>
          <p:nvPr/>
        </p:nvSpPr>
        <p:spPr>
          <a:xfrm>
            <a:off x="7045369" y="2993229"/>
            <a:ext cx="358199" cy="359154"/>
          </a:xfrm>
          <a:custGeom>
            <a:avLst/>
            <a:gdLst/>
            <a:ahLst/>
            <a:cxnLst/>
            <a:rect l="l" t="t" r="r" b="b"/>
            <a:pathLst>
              <a:path w="12004" h="12036" extrusionOk="0">
                <a:moveTo>
                  <a:pt x="10933" y="4947"/>
                </a:moveTo>
                <a:cubicBezTo>
                  <a:pt x="11122" y="4947"/>
                  <a:pt x="11279" y="5104"/>
                  <a:pt x="11279" y="5293"/>
                </a:cubicBezTo>
                <a:lnTo>
                  <a:pt x="11279" y="5671"/>
                </a:lnTo>
                <a:lnTo>
                  <a:pt x="7782" y="5671"/>
                </a:lnTo>
                <a:lnTo>
                  <a:pt x="7782" y="5293"/>
                </a:lnTo>
                <a:cubicBezTo>
                  <a:pt x="7782" y="5104"/>
                  <a:pt x="7940" y="4947"/>
                  <a:pt x="8129" y="4947"/>
                </a:cubicBezTo>
                <a:close/>
                <a:moveTo>
                  <a:pt x="9547" y="694"/>
                </a:moveTo>
                <a:cubicBezTo>
                  <a:pt x="9736" y="694"/>
                  <a:pt x="9893" y="851"/>
                  <a:pt x="9893" y="1040"/>
                </a:cubicBezTo>
                <a:lnTo>
                  <a:pt x="9893" y="4254"/>
                </a:lnTo>
                <a:lnTo>
                  <a:pt x="8129" y="4254"/>
                </a:lnTo>
                <a:cubicBezTo>
                  <a:pt x="7530" y="4254"/>
                  <a:pt x="7058" y="4726"/>
                  <a:pt x="7058" y="5293"/>
                </a:cubicBezTo>
                <a:lnTo>
                  <a:pt x="7058" y="6365"/>
                </a:lnTo>
                <a:lnTo>
                  <a:pt x="694" y="6365"/>
                </a:lnTo>
                <a:lnTo>
                  <a:pt x="694" y="1040"/>
                </a:lnTo>
                <a:cubicBezTo>
                  <a:pt x="725" y="851"/>
                  <a:pt x="883" y="694"/>
                  <a:pt x="1072" y="694"/>
                </a:cubicBezTo>
                <a:close/>
                <a:moveTo>
                  <a:pt x="7121" y="7026"/>
                </a:moveTo>
                <a:lnTo>
                  <a:pt x="7121" y="7751"/>
                </a:lnTo>
                <a:lnTo>
                  <a:pt x="1072" y="7751"/>
                </a:lnTo>
                <a:cubicBezTo>
                  <a:pt x="883" y="7751"/>
                  <a:pt x="725" y="7593"/>
                  <a:pt x="725" y="7404"/>
                </a:cubicBezTo>
                <a:lnTo>
                  <a:pt x="725" y="7026"/>
                </a:lnTo>
                <a:close/>
                <a:moveTo>
                  <a:pt x="5703" y="8444"/>
                </a:moveTo>
                <a:lnTo>
                  <a:pt x="5703" y="9168"/>
                </a:lnTo>
                <a:lnTo>
                  <a:pt x="4947" y="9168"/>
                </a:lnTo>
                <a:lnTo>
                  <a:pt x="4947" y="8444"/>
                </a:lnTo>
                <a:close/>
                <a:moveTo>
                  <a:pt x="7089" y="8444"/>
                </a:moveTo>
                <a:lnTo>
                  <a:pt x="7089" y="9168"/>
                </a:lnTo>
                <a:lnTo>
                  <a:pt x="6365" y="9168"/>
                </a:lnTo>
                <a:lnTo>
                  <a:pt x="6365" y="8444"/>
                </a:lnTo>
                <a:close/>
                <a:moveTo>
                  <a:pt x="11279" y="6333"/>
                </a:moveTo>
                <a:lnTo>
                  <a:pt x="11279" y="9830"/>
                </a:lnTo>
                <a:lnTo>
                  <a:pt x="7782" y="9830"/>
                </a:lnTo>
                <a:lnTo>
                  <a:pt x="7782" y="6333"/>
                </a:lnTo>
                <a:close/>
                <a:moveTo>
                  <a:pt x="11279" y="10523"/>
                </a:moveTo>
                <a:lnTo>
                  <a:pt x="11279" y="10901"/>
                </a:lnTo>
                <a:cubicBezTo>
                  <a:pt x="11279" y="11090"/>
                  <a:pt x="11122" y="11248"/>
                  <a:pt x="10933" y="11248"/>
                </a:cubicBezTo>
                <a:lnTo>
                  <a:pt x="8129" y="11248"/>
                </a:lnTo>
                <a:cubicBezTo>
                  <a:pt x="7940" y="11248"/>
                  <a:pt x="7782" y="11090"/>
                  <a:pt x="7782" y="10901"/>
                </a:cubicBezTo>
                <a:lnTo>
                  <a:pt x="7782" y="10523"/>
                </a:lnTo>
                <a:close/>
                <a:moveTo>
                  <a:pt x="1040" y="1"/>
                </a:moveTo>
                <a:cubicBezTo>
                  <a:pt x="442" y="1"/>
                  <a:pt x="1" y="473"/>
                  <a:pt x="1" y="1040"/>
                </a:cubicBezTo>
                <a:lnTo>
                  <a:pt x="1" y="7436"/>
                </a:lnTo>
                <a:cubicBezTo>
                  <a:pt x="1" y="8034"/>
                  <a:pt x="442" y="8507"/>
                  <a:pt x="1040" y="8507"/>
                </a:cubicBezTo>
                <a:lnTo>
                  <a:pt x="4191" y="8507"/>
                </a:lnTo>
                <a:lnTo>
                  <a:pt x="4191" y="9200"/>
                </a:lnTo>
                <a:lnTo>
                  <a:pt x="3151" y="9200"/>
                </a:lnTo>
                <a:cubicBezTo>
                  <a:pt x="2931" y="9200"/>
                  <a:pt x="2773" y="9357"/>
                  <a:pt x="2773" y="9546"/>
                </a:cubicBezTo>
                <a:cubicBezTo>
                  <a:pt x="2773" y="9767"/>
                  <a:pt x="2931" y="9925"/>
                  <a:pt x="3151" y="9925"/>
                </a:cubicBezTo>
                <a:lnTo>
                  <a:pt x="7026" y="9925"/>
                </a:lnTo>
                <a:lnTo>
                  <a:pt x="7026" y="10964"/>
                </a:lnTo>
                <a:cubicBezTo>
                  <a:pt x="7026" y="11563"/>
                  <a:pt x="7499" y="12035"/>
                  <a:pt x="8097" y="12035"/>
                </a:cubicBezTo>
                <a:lnTo>
                  <a:pt x="10901" y="12035"/>
                </a:lnTo>
                <a:cubicBezTo>
                  <a:pt x="11468" y="12035"/>
                  <a:pt x="11941" y="11563"/>
                  <a:pt x="11941" y="10964"/>
                </a:cubicBezTo>
                <a:lnTo>
                  <a:pt x="11941" y="5356"/>
                </a:lnTo>
                <a:cubicBezTo>
                  <a:pt x="12004" y="4726"/>
                  <a:pt x="11531" y="4254"/>
                  <a:pt x="10933" y="4254"/>
                </a:cubicBezTo>
                <a:lnTo>
                  <a:pt x="10586" y="4254"/>
                </a:lnTo>
                <a:lnTo>
                  <a:pt x="10586" y="1040"/>
                </a:lnTo>
                <a:cubicBezTo>
                  <a:pt x="10586" y="473"/>
                  <a:pt x="10114" y="1"/>
                  <a:pt x="951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10126;p64">
            <a:extLst>
              <a:ext uri="{FF2B5EF4-FFF2-40B4-BE49-F238E27FC236}">
                <a16:creationId xmlns:a16="http://schemas.microsoft.com/office/drawing/2014/main" id="{AFA3CDD5-C00A-CDA6-03C6-4BE3901C5032}"/>
              </a:ext>
            </a:extLst>
          </p:cNvPr>
          <p:cNvSpPr/>
          <p:nvPr/>
        </p:nvSpPr>
        <p:spPr>
          <a:xfrm>
            <a:off x="4401247" y="3026211"/>
            <a:ext cx="341506" cy="340204"/>
          </a:xfrm>
          <a:custGeom>
            <a:avLst/>
            <a:gdLst/>
            <a:ahLst/>
            <a:cxnLst/>
            <a:rect l="l" t="t" r="r" b="b"/>
            <a:pathLst>
              <a:path w="19401" h="19327" extrusionOk="0">
                <a:moveTo>
                  <a:pt x="14796" y="1700"/>
                </a:moveTo>
                <a:lnTo>
                  <a:pt x="17815" y="3965"/>
                </a:lnTo>
                <a:lnTo>
                  <a:pt x="14796" y="6229"/>
                </a:lnTo>
                <a:lnTo>
                  <a:pt x="14796" y="5097"/>
                </a:lnTo>
                <a:cubicBezTo>
                  <a:pt x="14796" y="4783"/>
                  <a:pt x="14542" y="4529"/>
                  <a:pt x="14231" y="4529"/>
                </a:cubicBezTo>
                <a:lnTo>
                  <a:pt x="10795" y="4529"/>
                </a:lnTo>
                <a:cubicBezTo>
                  <a:pt x="9807" y="4529"/>
                  <a:pt x="8893" y="5046"/>
                  <a:pt x="8379" y="5888"/>
                </a:cubicBezTo>
                <a:cubicBezTo>
                  <a:pt x="8177" y="5547"/>
                  <a:pt x="7932" y="5230"/>
                  <a:pt x="7658" y="4946"/>
                </a:cubicBezTo>
                <a:cubicBezTo>
                  <a:pt x="8409" y="3974"/>
                  <a:pt x="9566" y="3403"/>
                  <a:pt x="10795" y="3397"/>
                </a:cubicBezTo>
                <a:lnTo>
                  <a:pt x="14231" y="3397"/>
                </a:lnTo>
                <a:cubicBezTo>
                  <a:pt x="14542" y="3397"/>
                  <a:pt x="14796" y="3143"/>
                  <a:pt x="14796" y="2832"/>
                </a:cubicBezTo>
                <a:lnTo>
                  <a:pt x="14796" y="1700"/>
                </a:lnTo>
                <a:close/>
                <a:moveTo>
                  <a:pt x="5807" y="13011"/>
                </a:moveTo>
                <a:cubicBezTo>
                  <a:pt x="5888" y="13398"/>
                  <a:pt x="6015" y="13778"/>
                  <a:pt x="6184" y="14137"/>
                </a:cubicBezTo>
                <a:cubicBezTo>
                  <a:pt x="5538" y="14566"/>
                  <a:pt x="4777" y="14796"/>
                  <a:pt x="4001" y="14796"/>
                </a:cubicBezTo>
                <a:lnTo>
                  <a:pt x="1700" y="14796"/>
                </a:lnTo>
                <a:cubicBezTo>
                  <a:pt x="1386" y="14796"/>
                  <a:pt x="1133" y="14542"/>
                  <a:pt x="1133" y="14231"/>
                </a:cubicBezTo>
                <a:cubicBezTo>
                  <a:pt x="1133" y="13917"/>
                  <a:pt x="1386" y="13663"/>
                  <a:pt x="1700" y="13663"/>
                </a:cubicBezTo>
                <a:lnTo>
                  <a:pt x="4001" y="13663"/>
                </a:lnTo>
                <a:cubicBezTo>
                  <a:pt x="4662" y="13663"/>
                  <a:pt x="5299" y="13434"/>
                  <a:pt x="5807" y="13011"/>
                </a:cubicBezTo>
                <a:close/>
                <a:moveTo>
                  <a:pt x="4001" y="4529"/>
                </a:moveTo>
                <a:cubicBezTo>
                  <a:pt x="6190" y="4532"/>
                  <a:pt x="7963" y="6305"/>
                  <a:pt x="7966" y="8494"/>
                </a:cubicBezTo>
                <a:lnTo>
                  <a:pt x="7966" y="11966"/>
                </a:lnTo>
                <a:cubicBezTo>
                  <a:pt x="7966" y="13527"/>
                  <a:pt x="9231" y="14792"/>
                  <a:pt x="10795" y="14796"/>
                </a:cubicBezTo>
                <a:lnTo>
                  <a:pt x="14231" y="14796"/>
                </a:lnTo>
                <a:cubicBezTo>
                  <a:pt x="14542" y="14796"/>
                  <a:pt x="14796" y="14542"/>
                  <a:pt x="14796" y="14231"/>
                </a:cubicBezTo>
                <a:lnTo>
                  <a:pt x="14796" y="13099"/>
                </a:lnTo>
                <a:lnTo>
                  <a:pt x="17815" y="15363"/>
                </a:lnTo>
                <a:lnTo>
                  <a:pt x="14796" y="17628"/>
                </a:lnTo>
                <a:lnTo>
                  <a:pt x="14796" y="16495"/>
                </a:lnTo>
                <a:cubicBezTo>
                  <a:pt x="14796" y="16181"/>
                  <a:pt x="14542" y="15928"/>
                  <a:pt x="14231" y="15928"/>
                </a:cubicBezTo>
                <a:lnTo>
                  <a:pt x="10795" y="15928"/>
                </a:lnTo>
                <a:cubicBezTo>
                  <a:pt x="8606" y="15925"/>
                  <a:pt x="6833" y="14152"/>
                  <a:pt x="6833" y="11966"/>
                </a:cubicBezTo>
                <a:lnTo>
                  <a:pt x="6833" y="8494"/>
                </a:lnTo>
                <a:cubicBezTo>
                  <a:pt x="6830" y="6930"/>
                  <a:pt x="5565" y="5665"/>
                  <a:pt x="4001" y="5662"/>
                </a:cubicBezTo>
                <a:lnTo>
                  <a:pt x="1700" y="5662"/>
                </a:lnTo>
                <a:cubicBezTo>
                  <a:pt x="1386" y="5662"/>
                  <a:pt x="1133" y="5408"/>
                  <a:pt x="1133" y="5097"/>
                </a:cubicBezTo>
                <a:cubicBezTo>
                  <a:pt x="1133" y="4783"/>
                  <a:pt x="1386" y="4529"/>
                  <a:pt x="1700" y="4529"/>
                </a:cubicBezTo>
                <a:close/>
                <a:moveTo>
                  <a:pt x="14230" y="0"/>
                </a:moveTo>
                <a:cubicBezTo>
                  <a:pt x="13937" y="0"/>
                  <a:pt x="13663" y="232"/>
                  <a:pt x="13663" y="568"/>
                </a:cubicBezTo>
                <a:lnTo>
                  <a:pt x="13663" y="2265"/>
                </a:lnTo>
                <a:lnTo>
                  <a:pt x="10795" y="2265"/>
                </a:lnTo>
                <a:cubicBezTo>
                  <a:pt x="9228" y="2265"/>
                  <a:pt x="7745" y="2989"/>
                  <a:pt x="6782" y="4224"/>
                </a:cubicBezTo>
                <a:cubicBezTo>
                  <a:pt x="5955" y="3684"/>
                  <a:pt x="4988" y="3397"/>
                  <a:pt x="4001" y="3397"/>
                </a:cubicBezTo>
                <a:lnTo>
                  <a:pt x="1700" y="3397"/>
                </a:lnTo>
                <a:cubicBezTo>
                  <a:pt x="761" y="3397"/>
                  <a:pt x="0" y="4158"/>
                  <a:pt x="0" y="5097"/>
                </a:cubicBezTo>
                <a:cubicBezTo>
                  <a:pt x="0" y="6033"/>
                  <a:pt x="761" y="6794"/>
                  <a:pt x="1700" y="6794"/>
                </a:cubicBezTo>
                <a:lnTo>
                  <a:pt x="4001" y="6794"/>
                </a:lnTo>
                <a:cubicBezTo>
                  <a:pt x="4940" y="6794"/>
                  <a:pt x="5698" y="7555"/>
                  <a:pt x="5701" y="8494"/>
                </a:cubicBezTo>
                <a:lnTo>
                  <a:pt x="5701" y="10834"/>
                </a:lnTo>
                <a:cubicBezTo>
                  <a:pt x="5698" y="11770"/>
                  <a:pt x="4940" y="12531"/>
                  <a:pt x="4001" y="12531"/>
                </a:cubicBezTo>
                <a:lnTo>
                  <a:pt x="1700" y="12531"/>
                </a:lnTo>
                <a:cubicBezTo>
                  <a:pt x="761" y="12531"/>
                  <a:pt x="0" y="13292"/>
                  <a:pt x="0" y="14231"/>
                </a:cubicBezTo>
                <a:cubicBezTo>
                  <a:pt x="0" y="15167"/>
                  <a:pt x="761" y="15928"/>
                  <a:pt x="1700" y="15928"/>
                </a:cubicBezTo>
                <a:lnTo>
                  <a:pt x="4001" y="15928"/>
                </a:lnTo>
                <a:cubicBezTo>
                  <a:pt x="4988" y="15928"/>
                  <a:pt x="5955" y="15641"/>
                  <a:pt x="6782" y="15100"/>
                </a:cubicBezTo>
                <a:cubicBezTo>
                  <a:pt x="7745" y="16338"/>
                  <a:pt x="9228" y="17060"/>
                  <a:pt x="10795" y="17060"/>
                </a:cubicBezTo>
                <a:lnTo>
                  <a:pt x="13663" y="17060"/>
                </a:lnTo>
                <a:lnTo>
                  <a:pt x="13663" y="18760"/>
                </a:lnTo>
                <a:cubicBezTo>
                  <a:pt x="13663" y="19095"/>
                  <a:pt x="13938" y="19326"/>
                  <a:pt x="14232" y="19326"/>
                </a:cubicBezTo>
                <a:cubicBezTo>
                  <a:pt x="14347" y="19326"/>
                  <a:pt x="14464" y="19291"/>
                  <a:pt x="14569" y="19213"/>
                </a:cubicBezTo>
                <a:lnTo>
                  <a:pt x="19098" y="15816"/>
                </a:lnTo>
                <a:cubicBezTo>
                  <a:pt x="19400" y="15590"/>
                  <a:pt x="19400" y="15134"/>
                  <a:pt x="19098" y="14910"/>
                </a:cubicBezTo>
                <a:lnTo>
                  <a:pt x="14569" y="11513"/>
                </a:lnTo>
                <a:cubicBezTo>
                  <a:pt x="14464" y="11434"/>
                  <a:pt x="14345" y="11398"/>
                  <a:pt x="14230" y="11398"/>
                </a:cubicBezTo>
                <a:cubicBezTo>
                  <a:pt x="13937" y="11398"/>
                  <a:pt x="13663" y="11630"/>
                  <a:pt x="13663" y="11966"/>
                </a:cubicBezTo>
                <a:lnTo>
                  <a:pt x="13663" y="13663"/>
                </a:lnTo>
                <a:lnTo>
                  <a:pt x="10795" y="13663"/>
                </a:lnTo>
                <a:cubicBezTo>
                  <a:pt x="9856" y="13663"/>
                  <a:pt x="9098" y="12902"/>
                  <a:pt x="9098" y="11966"/>
                </a:cubicBezTo>
                <a:lnTo>
                  <a:pt x="9098" y="7362"/>
                </a:lnTo>
                <a:cubicBezTo>
                  <a:pt x="9098" y="6423"/>
                  <a:pt x="9856" y="5662"/>
                  <a:pt x="10795" y="5662"/>
                </a:cubicBezTo>
                <a:lnTo>
                  <a:pt x="13663" y="5662"/>
                </a:lnTo>
                <a:lnTo>
                  <a:pt x="13663" y="7362"/>
                </a:lnTo>
                <a:cubicBezTo>
                  <a:pt x="13663" y="7576"/>
                  <a:pt x="13784" y="7769"/>
                  <a:pt x="13977" y="7866"/>
                </a:cubicBezTo>
                <a:cubicBezTo>
                  <a:pt x="14057" y="7906"/>
                  <a:pt x="14144" y="7926"/>
                  <a:pt x="14230" y="7926"/>
                </a:cubicBezTo>
                <a:cubicBezTo>
                  <a:pt x="14350" y="7926"/>
                  <a:pt x="14469" y="7888"/>
                  <a:pt x="14569" y="7815"/>
                </a:cubicBezTo>
                <a:lnTo>
                  <a:pt x="19098" y="4418"/>
                </a:lnTo>
                <a:cubicBezTo>
                  <a:pt x="19400" y="4191"/>
                  <a:pt x="19400" y="3735"/>
                  <a:pt x="19098" y="3512"/>
                </a:cubicBezTo>
                <a:lnTo>
                  <a:pt x="14569" y="115"/>
                </a:lnTo>
                <a:cubicBezTo>
                  <a:pt x="14464" y="36"/>
                  <a:pt x="14345" y="0"/>
                  <a:pt x="1423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35" name="Google Shape;10180;p64">
            <a:extLst>
              <a:ext uri="{FF2B5EF4-FFF2-40B4-BE49-F238E27FC236}">
                <a16:creationId xmlns:a16="http://schemas.microsoft.com/office/drawing/2014/main" id="{6830E911-B16F-7414-302F-548F62EDEDDC}"/>
              </a:ext>
            </a:extLst>
          </p:cNvPr>
          <p:cNvGrpSpPr/>
          <p:nvPr/>
        </p:nvGrpSpPr>
        <p:grpSpPr>
          <a:xfrm>
            <a:off x="1712468" y="2988881"/>
            <a:ext cx="340168" cy="340186"/>
            <a:chOff x="1487200" y="2021475"/>
            <a:chExt cx="483125" cy="483150"/>
          </a:xfrm>
          <a:solidFill>
            <a:schemeClr val="bg1"/>
          </a:solidFill>
        </p:grpSpPr>
        <p:sp>
          <p:nvSpPr>
            <p:cNvPr id="36" name="Google Shape;10181;p64">
              <a:extLst>
                <a:ext uri="{FF2B5EF4-FFF2-40B4-BE49-F238E27FC236}">
                  <a16:creationId xmlns:a16="http://schemas.microsoft.com/office/drawing/2014/main" id="{93D97738-FEE9-5474-D8C6-411FB6B5F39A}"/>
                </a:ext>
              </a:extLst>
            </p:cNvPr>
            <p:cNvSpPr/>
            <p:nvPr/>
          </p:nvSpPr>
          <p:spPr>
            <a:xfrm>
              <a:off x="1487200" y="2021475"/>
              <a:ext cx="483125" cy="483150"/>
            </a:xfrm>
            <a:custGeom>
              <a:avLst/>
              <a:gdLst/>
              <a:ahLst/>
              <a:cxnLst/>
              <a:rect l="l" t="t" r="r" b="b"/>
              <a:pathLst>
                <a:path w="19325" h="19326" extrusionOk="0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10182;p64">
              <a:extLst>
                <a:ext uri="{FF2B5EF4-FFF2-40B4-BE49-F238E27FC236}">
                  <a16:creationId xmlns:a16="http://schemas.microsoft.com/office/drawing/2014/main" id="{27D4BB2D-AECB-4A49-F739-FD891556AEE1}"/>
                </a:ext>
              </a:extLst>
            </p:cNvPr>
            <p:cNvSpPr/>
            <p:nvPr/>
          </p:nvSpPr>
          <p:spPr>
            <a:xfrm>
              <a:off x="1573100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" name="Google Shape;10183;p64">
              <a:extLst>
                <a:ext uri="{FF2B5EF4-FFF2-40B4-BE49-F238E27FC236}">
                  <a16:creationId xmlns:a16="http://schemas.microsoft.com/office/drawing/2014/main" id="{BB3C42EB-6AC6-5752-72EB-01782E9329EC}"/>
                </a:ext>
              </a:extLst>
            </p:cNvPr>
            <p:cNvSpPr/>
            <p:nvPr/>
          </p:nvSpPr>
          <p:spPr>
            <a:xfrm>
              <a:off x="1686325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" name="Google Shape;10184;p64">
              <a:extLst>
                <a:ext uri="{FF2B5EF4-FFF2-40B4-BE49-F238E27FC236}">
                  <a16:creationId xmlns:a16="http://schemas.microsoft.com/office/drawing/2014/main" id="{7F3776DB-D418-6A3E-7B9C-1942D48D55FA}"/>
                </a:ext>
              </a:extLst>
            </p:cNvPr>
            <p:cNvSpPr/>
            <p:nvPr/>
          </p:nvSpPr>
          <p:spPr>
            <a:xfrm>
              <a:off x="1799550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6626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08FE9F9A-C793-930A-11DE-6051DE00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3EA87090-FD8B-125E-57B5-D04E582F50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2418826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rgbClr val="444242"/>
                </a:solidFill>
                <a:effectLst/>
                <a:latin typeface="Barlow" panose="00000500000000000000" pitchFamily="2" charset="0"/>
              </a:rPr>
              <a:t>Upgrade of the project</a:t>
            </a:r>
            <a:endParaRPr/>
          </a:p>
        </p:txBody>
      </p:sp>
      <p:sp>
        <p:nvSpPr>
          <p:cNvPr id="1645" name="Google Shape;1645;p35">
            <a:extLst>
              <a:ext uri="{FF2B5EF4-FFF2-40B4-BE49-F238E27FC236}">
                <a16:creationId xmlns:a16="http://schemas.microsoft.com/office/drawing/2014/main" id="{3F76EC66-180B-A8FA-CCAF-97765A5B964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459400" y="1813125"/>
            <a:ext cx="22251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E4919EED-D711-41C4-D0F1-AF468BA677C3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902DC6F2-C66D-9A8E-22D6-75A34128D643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DAEB74A5-A316-4031-22B7-DBAACADC4560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AD98134D-32AA-AC6A-8922-42DDE3C6F33F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0F1AA522-1412-C5C0-CACF-5666B73FBFF0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8BFE92BF-F83D-9C67-D667-72C53CB2542C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358681BC-74E5-272D-D072-2BB94C121EDA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5F0FFC91-1976-5671-102A-4E7CEEAE243B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A162664A-8F5A-C933-8296-E70247305159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922D4EE3-98AB-CE63-9DD8-9D56376188B0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98E3A1C9-8C04-00AA-09B5-FC2A3E5D938E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DFC3B011-1A3B-8FDC-EA60-3A6548D64907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0DC0F2DB-8211-E64A-9DE6-9C79D53840AC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A122B31E-D35D-4376-A495-CE314D04FDA2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50477BBD-9971-8082-66D1-60D1418D1B85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FCE70F09-B7F5-5782-B0DE-C97948B1483B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7C4CEB8E-A2C2-6BA4-7B5A-A156FB8DFD10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BF8B3AC4-179D-60D2-5D41-A2F9199B1B90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05CEFC1C-3307-3CE2-53CD-6220F1E3AEBA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D1AF1E0C-CE3C-C1EB-57ED-8A1555B067B1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C500DFB9-36AD-0F95-9B22-CD25D8C52B15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49E3D350-286C-B1A5-16E9-7125ABFFED9C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BF5008D0-A58F-AC6E-9CEC-9998FD0F85F7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F99529CE-AB58-4D8B-1058-7A5F7E49F8B4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91FD8E62-A11C-5FB3-09DC-A390D07EC8B1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1FC81E76-700B-D9EF-1C08-B07D42122228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9DDFC2FA-4E73-5909-BB06-C027183E8C92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372D8D51-6E00-C12D-5A87-86B905B43059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CBF0C1CD-7303-72C6-BE88-B68E76662215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CC4A15DF-9D73-8918-7DD4-EDCA67F130CF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56563AD7-12EB-8E20-A394-F3B6852442B4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7E5328E6-982C-DF95-BCF1-358F8F419F8D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395F5F3A-AEAA-4BA5-9FDC-E647147B1F86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7F0468C7-7752-5C01-63B8-D123853CF7DE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CDA3C07B-97E2-85BC-26C0-7CCF2A2177AF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DC41CE8C-A590-E1E7-50A1-6F79C32D240D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1E21D14D-46E0-035F-5F45-14B5267D891D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B432AC82-D68D-DD62-FCBC-9CD51079F1DB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BD1DE3BA-2157-9345-DBDB-889D8F813D09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F071481F-1F60-AF27-F7B0-F6DE1A007422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F4877B4F-7242-5AE3-C995-E5CE5EA2245C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0E241929-3A49-CBA4-951A-976800AFD685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06677FDB-DFB1-1E07-2051-0EE9ECB5BB79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899501A3-B65A-0DCB-AEA0-2207CB07E8D2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252272A7-6828-41F0-CCA6-66A69D23E545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08A6BD18-C2B8-68DE-04B5-084545987861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CFB671DB-4BF5-9B8B-E3DE-A8E5E58D1C9C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A934C098-8F5E-D387-5A47-F26E5D7950EA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4D05725F-B7AC-4BE0-E19E-9ACF17344933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77AE7542-4E28-6808-65F6-82B98C2C5027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EFC67DF3-2C03-CEAA-FADD-9A16CC5078A9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EC36B969-9EC2-84AF-6520-492D9D7D1B34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567B69AD-54E0-0BF4-A172-05ED8114FA97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DCF35056-401B-BEC5-FC94-D27EBBF88B02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4C428F9F-CC51-81FF-EFDC-924393470DFD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41EA8ED7-C958-9435-0741-887CFE9A2527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2803AC03-B406-B5B6-1F41-C5DCC3CF0F6F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A8E76F21-3AFD-B05C-E0DC-75236AE6B425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56A3B8E6-77CD-BCAC-B1A8-93D433A65977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C6B209AF-EB97-97E2-782C-67592C27BC78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8477A1D7-289A-C5A0-6932-1AA65607D2B8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4797CB36-E41F-4955-BB5E-1F5264A2D6A6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E2DBBC1B-87BB-EA24-574C-86EFF4857B99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2083CA0C-08DC-F6EB-A59F-CD0B2E55F3B9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0694EDFF-D93D-B488-9794-925F66E21AF2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F30D0A8E-3BB0-45F3-0017-6ABB46DC8CD9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98C9D836-577B-E817-318D-1D2D304E522D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04860F82-DA46-FDE6-0208-50541B28FA7B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F0E7DB1D-CB63-5B2F-6AC6-FC87170CA97F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AB810290-BAE8-D60F-FDFA-77AA617FC3FC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529FADAF-8CCA-60A2-4F83-29525F3C4284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921ED3B7-7E8E-F897-A9AD-1278ACC67599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43589CE8-8EAA-6C3F-79D8-2B699EB711D6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B3F31BA7-3B31-3A17-167B-D4B48DE116DE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179C47E1-ECB2-C98A-61F8-22D42191422B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FEFCDEB0-DFCF-832A-FF01-F9D60CAE188B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98F270E9-927A-CBEA-5A61-751B503BD57D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C3B86E6C-0696-E732-6028-B23AE03E7E28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036B4D2B-7D10-1E15-531A-7B35A8383BC1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B64AFC00-69AB-1BA4-62D9-9AB1B032F89E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D403274F-701B-752C-1863-EF3945D4B7E1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6A34502E-98CE-0CB2-33F9-052DBE823DD5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594FB50F-C040-656B-A11B-7A1ED4120877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C5A5F29B-BD74-AD5E-CB69-61CE29FE07F3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1E112D3A-F582-A120-4FEE-9C11E280C611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3F6B2DEB-A4F4-3D57-6270-73EA945261E4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44A64046-B89A-7A90-D40D-25A86C5710A7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E8E95643-22A3-D6E1-7A54-017798FC93E0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C2D17E2A-63B0-AAE2-F886-FD314BDB8A4F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773B3C3A-694A-0BB6-C946-B75F3FE490E0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51F2653B-226A-CA77-182B-1C0B2318ADC6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D46F8C2A-E8DE-D4B3-F382-CABB79A73F30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FDF4C7C0-C341-287E-B7B2-7E21512B013F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F7544E35-1B94-6CA3-C900-8B1585A35094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DC9803C9-AFCE-0DF8-3570-95323AE7403B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96315004-6452-5DD0-93BC-2495E28C3788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E444276C-4813-D2D6-A955-EBBAAAF0FBE6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F681C6D2-D1B9-0DD0-75A3-E121CEA4B324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7E0C00E4-D87B-0918-61D5-3D20AF85DE69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B9CF61FA-2549-8C8D-C16F-A3CED1EA1E28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63C648AB-E36C-92F6-5DC9-1C2ECFE5F326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7C761C3F-0997-70F4-C9FC-DDF62450307B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5BAED59D-FEB1-A69C-B7CC-6FA3E5AB910E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36559831-E321-0130-DA67-1DCBDC91A68E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96382F70-39A4-5A44-ECD6-77308D13198B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1E544DB8-0F65-A19F-A18F-3F51F2520CD8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55FC4F16-911E-AAC4-A38A-BA58A057FBD6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C824A99-D0F1-0736-E0FA-C17EAE9F000B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  <p:extLst>
      <p:ext uri="{BB962C8B-B14F-4D97-AF65-F5344CB8AC3E}">
        <p14:creationId xmlns:p14="http://schemas.microsoft.com/office/powerpoint/2010/main" val="919983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>
          <a:extLst>
            <a:ext uri="{FF2B5EF4-FFF2-40B4-BE49-F238E27FC236}">
              <a16:creationId xmlns:a16="http://schemas.microsoft.com/office/drawing/2014/main" id="{BF42A05E-A1D7-6D91-0C9F-F907793F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9">
            <a:extLst>
              <a:ext uri="{FF2B5EF4-FFF2-40B4-BE49-F238E27FC236}">
                <a16:creationId xmlns:a16="http://schemas.microsoft.com/office/drawing/2014/main" id="{1B47DBBB-3F3A-27A6-B679-2AEE87791F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Các nâng cấp</a:t>
            </a:r>
            <a:endParaRPr/>
          </a:p>
        </p:txBody>
      </p:sp>
      <p:sp>
        <p:nvSpPr>
          <p:cNvPr id="1822" name="Google Shape;1822;p39">
            <a:extLst>
              <a:ext uri="{FF2B5EF4-FFF2-40B4-BE49-F238E27FC236}">
                <a16:creationId xmlns:a16="http://schemas.microsoft.com/office/drawing/2014/main" id="{CF63FEF7-6F3B-1DE8-BF2E-0150A63BA1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08456" y="2160048"/>
            <a:ext cx="2374500" cy="5619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Nhiều Model đã được thử nghiệm: </a:t>
            </a:r>
            <a:r>
              <a:rPr lang="en-GB"/>
              <a:t>PatchTST, TimesNet, Dlinear, Nlinear, NBEATS, NHITS.</a:t>
            </a:r>
            <a:endParaRPr lang="en-US" dirty="0"/>
          </a:p>
        </p:txBody>
      </p:sp>
      <p:sp>
        <p:nvSpPr>
          <p:cNvPr id="1823" name="Google Shape;1823;p39">
            <a:extLst>
              <a:ext uri="{FF2B5EF4-FFF2-40B4-BE49-F238E27FC236}">
                <a16:creationId xmlns:a16="http://schemas.microsoft.com/office/drawing/2014/main" id="{5CFCB29A-BCE2-CE83-DEED-BEB14A95A7F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73255" y="2160048"/>
            <a:ext cx="2374500" cy="509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Kết quả tốt MSE = 52.93 do học được xu hướng ngắn hạn</a:t>
            </a:r>
            <a:r>
              <a:rPr lang="vi-VN"/>
              <a:t>.</a:t>
            </a:r>
            <a:endParaRPr lang="en-GB" dirty="0"/>
          </a:p>
        </p:txBody>
      </p:sp>
      <p:sp>
        <p:nvSpPr>
          <p:cNvPr id="1824" name="Google Shape;1824;p39">
            <a:extLst>
              <a:ext uri="{FF2B5EF4-FFF2-40B4-BE49-F238E27FC236}">
                <a16:creationId xmlns:a16="http://schemas.microsoft.com/office/drawing/2014/main" id="{8D4D3A7C-11CE-71DA-1445-EE10AB4E6DA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113458" y="3880343"/>
            <a:ext cx="2374500" cy="700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Đạt kết quả tốt nhất 15.26 do áp dụng kết hợp được việc học các Patten dài hạn và việc xử lý vấn đề biến động của thị trường</a:t>
            </a:r>
            <a:endParaRPr dirty="0"/>
          </a:p>
        </p:txBody>
      </p:sp>
      <p:sp>
        <p:nvSpPr>
          <p:cNvPr id="1825" name="Google Shape;1825;p39">
            <a:extLst>
              <a:ext uri="{FF2B5EF4-FFF2-40B4-BE49-F238E27FC236}">
                <a16:creationId xmlns:a16="http://schemas.microsoft.com/office/drawing/2014/main" id="{B5DF7E61-457E-14C7-663B-DE0537FC51D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759490" y="3616747"/>
            <a:ext cx="2374500" cy="9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vi-VN" dirty="0"/>
              <a:t>Giao diện </a:t>
            </a:r>
            <a:r>
              <a:rPr lang="vi-VN" dirty="0" err="1"/>
              <a:t>web</a:t>
            </a:r>
            <a:r>
              <a:rPr lang="vi-VN" dirty="0"/>
              <a:t> tương tác trực quan.</a:t>
            </a:r>
            <a:endParaRPr lang="en-GB" dirty="0"/>
          </a:p>
        </p:txBody>
      </p:sp>
      <p:sp>
        <p:nvSpPr>
          <p:cNvPr id="1826" name="Google Shape;1826;p39">
            <a:extLst>
              <a:ext uri="{FF2B5EF4-FFF2-40B4-BE49-F238E27FC236}">
                <a16:creationId xmlns:a16="http://schemas.microsoft.com/office/drawing/2014/main" id="{A7C60F7D-7722-332B-A331-453DDFF0AC71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720000" y="1812310"/>
            <a:ext cx="2542579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/>
              <a:t>So sánh nhiều Model</a:t>
            </a:r>
            <a:endParaRPr dirty="0"/>
          </a:p>
        </p:txBody>
      </p:sp>
      <p:sp>
        <p:nvSpPr>
          <p:cNvPr id="1827" name="Google Shape;1827;p39">
            <a:extLst>
              <a:ext uri="{FF2B5EF4-FFF2-40B4-BE49-F238E27FC236}">
                <a16:creationId xmlns:a16="http://schemas.microsoft.com/office/drawing/2014/main" id="{02F16EBC-6711-3D98-A807-3A638A24A375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367530" y="1844898"/>
            <a:ext cx="2583733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/>
              <a:t>Rolling Elastic Net</a:t>
            </a:r>
            <a:endParaRPr dirty="0"/>
          </a:p>
        </p:txBody>
      </p:sp>
      <p:sp>
        <p:nvSpPr>
          <p:cNvPr id="1828" name="Google Shape;1828;p39">
            <a:extLst>
              <a:ext uri="{FF2B5EF4-FFF2-40B4-BE49-F238E27FC236}">
                <a16:creationId xmlns:a16="http://schemas.microsoft.com/office/drawing/2014/main" id="{DF607C6D-D946-5C88-0CCE-E0E1F832037B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169155" y="2160048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/>
              <a:t>Nlinear + Post-Processing</a:t>
            </a:r>
            <a:endParaRPr dirty="0"/>
          </a:p>
        </p:txBody>
      </p:sp>
      <p:sp>
        <p:nvSpPr>
          <p:cNvPr id="1829" name="Google Shape;1829;p39">
            <a:extLst>
              <a:ext uri="{FF2B5EF4-FFF2-40B4-BE49-F238E27FC236}">
                <a16:creationId xmlns:a16="http://schemas.microsoft.com/office/drawing/2014/main" id="{3AD37EBE-D36B-319D-0250-187E22E7AE13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106953" y="2422242"/>
            <a:ext cx="2434002" cy="599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68275" indent="-15875"/>
            <a:r>
              <a:rPr lang="en-GB"/>
              <a:t>Kết quả ổn định 98.52 do học được xu hướng và được hiệu chỉnh độ lệch</a:t>
            </a:r>
            <a:endParaRPr lang="en-GB" dirty="0"/>
          </a:p>
        </p:txBody>
      </p:sp>
      <p:sp>
        <p:nvSpPr>
          <p:cNvPr id="1831" name="Google Shape;1831;p39">
            <a:extLst>
              <a:ext uri="{FF2B5EF4-FFF2-40B4-BE49-F238E27FC236}">
                <a16:creationId xmlns:a16="http://schemas.microsoft.com/office/drawing/2014/main" id="{805373F7-CD95-6AA1-BCF5-D0E33B0EF2FD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2029419" y="3572686"/>
            <a:ext cx="2542579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/>
              <a:t>PatchTST + Post-Processing</a:t>
            </a:r>
            <a:endParaRPr dirty="0"/>
          </a:p>
        </p:txBody>
      </p:sp>
      <p:sp>
        <p:nvSpPr>
          <p:cNvPr id="1832" name="Google Shape;1832;p39">
            <a:extLst>
              <a:ext uri="{FF2B5EF4-FFF2-40B4-BE49-F238E27FC236}">
                <a16:creationId xmlns:a16="http://schemas.microsoft.com/office/drawing/2014/main" id="{A77002C3-D02B-5FD4-2F5F-3B880BDFC782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4760837" y="3298375"/>
            <a:ext cx="237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vi-VN" dirty="0" err="1"/>
              <a:t>Streamlit</a:t>
            </a:r>
            <a:r>
              <a:rPr lang="vi-VN" dirty="0"/>
              <a:t> UI</a:t>
            </a:r>
            <a:endParaRPr lang="en-GB" dirty="0"/>
          </a:p>
        </p:txBody>
      </p:sp>
      <p:grpSp>
        <p:nvGrpSpPr>
          <p:cNvPr id="14" name="Google Shape;11539;p68">
            <a:extLst>
              <a:ext uri="{FF2B5EF4-FFF2-40B4-BE49-F238E27FC236}">
                <a16:creationId xmlns:a16="http://schemas.microsoft.com/office/drawing/2014/main" id="{051F5DE7-EE44-D4BE-AAB3-F19955417D40}"/>
              </a:ext>
            </a:extLst>
          </p:cNvPr>
          <p:cNvGrpSpPr/>
          <p:nvPr/>
        </p:nvGrpSpPr>
        <p:grpSpPr>
          <a:xfrm>
            <a:off x="5831554" y="2849374"/>
            <a:ext cx="230365" cy="359124"/>
            <a:chOff x="-47842400" y="2342000"/>
            <a:chExt cx="193000" cy="300875"/>
          </a:xfrm>
          <a:solidFill>
            <a:schemeClr val="bg1"/>
          </a:solidFill>
        </p:grpSpPr>
        <p:sp>
          <p:nvSpPr>
            <p:cNvPr id="15" name="Google Shape;11540;p68">
              <a:extLst>
                <a:ext uri="{FF2B5EF4-FFF2-40B4-BE49-F238E27FC236}">
                  <a16:creationId xmlns:a16="http://schemas.microsoft.com/office/drawing/2014/main" id="{D2A8E9A6-926A-151C-0307-DE993F0DD34B}"/>
                </a:ext>
              </a:extLst>
            </p:cNvPr>
            <p:cNvSpPr/>
            <p:nvPr/>
          </p:nvSpPr>
          <p:spPr>
            <a:xfrm>
              <a:off x="-47809325" y="2412875"/>
              <a:ext cx="124475" cy="124475"/>
            </a:xfrm>
            <a:custGeom>
              <a:avLst/>
              <a:gdLst/>
              <a:ahLst/>
              <a:cxnLst/>
              <a:rect l="l" t="t" r="r" b="b"/>
              <a:pathLst>
                <a:path w="4979" h="4979" extrusionOk="0">
                  <a:moveTo>
                    <a:pt x="1828" y="725"/>
                  </a:moveTo>
                  <a:cubicBezTo>
                    <a:pt x="2301" y="725"/>
                    <a:pt x="2679" y="1009"/>
                    <a:pt x="2805" y="1418"/>
                  </a:cubicBezTo>
                  <a:lnTo>
                    <a:pt x="1828" y="1418"/>
                  </a:lnTo>
                  <a:cubicBezTo>
                    <a:pt x="1639" y="1418"/>
                    <a:pt x="1482" y="1576"/>
                    <a:pt x="1482" y="1796"/>
                  </a:cubicBezTo>
                  <a:lnTo>
                    <a:pt x="1482" y="2773"/>
                  </a:lnTo>
                  <a:cubicBezTo>
                    <a:pt x="1072" y="2647"/>
                    <a:pt x="757" y="2269"/>
                    <a:pt x="757" y="1796"/>
                  </a:cubicBezTo>
                  <a:cubicBezTo>
                    <a:pt x="757" y="1198"/>
                    <a:pt x="1230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86" y="2111"/>
                  </a:moveTo>
                  <a:lnTo>
                    <a:pt x="4286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9"/>
                    <a:pt x="3372" y="2804"/>
                    <a:pt x="3529" y="2111"/>
                  </a:cubicBezTo>
                  <a:close/>
                  <a:moveTo>
                    <a:pt x="1797" y="1"/>
                  </a:moveTo>
                  <a:cubicBezTo>
                    <a:pt x="789" y="1"/>
                    <a:pt x="1" y="788"/>
                    <a:pt x="1" y="1796"/>
                  </a:cubicBezTo>
                  <a:cubicBezTo>
                    <a:pt x="1" y="2647"/>
                    <a:pt x="599" y="3372"/>
                    <a:pt x="1450" y="3529"/>
                  </a:cubicBezTo>
                  <a:lnTo>
                    <a:pt x="1450" y="4632"/>
                  </a:lnTo>
                  <a:cubicBezTo>
                    <a:pt x="1450" y="4821"/>
                    <a:pt x="1576" y="4978"/>
                    <a:pt x="1797" y="4978"/>
                  </a:cubicBezTo>
                  <a:lnTo>
                    <a:pt x="4601" y="4978"/>
                  </a:lnTo>
                  <a:cubicBezTo>
                    <a:pt x="4790" y="4978"/>
                    <a:pt x="4947" y="4821"/>
                    <a:pt x="4947" y="4632"/>
                  </a:cubicBezTo>
                  <a:lnTo>
                    <a:pt x="4947" y="1828"/>
                  </a:lnTo>
                  <a:cubicBezTo>
                    <a:pt x="4979" y="1576"/>
                    <a:pt x="4821" y="1418"/>
                    <a:pt x="4632" y="1418"/>
                  </a:cubicBezTo>
                  <a:lnTo>
                    <a:pt x="3529" y="1418"/>
                  </a:lnTo>
                  <a:cubicBezTo>
                    <a:pt x="3372" y="631"/>
                    <a:pt x="2647" y="1"/>
                    <a:pt x="17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541;p68">
              <a:extLst>
                <a:ext uri="{FF2B5EF4-FFF2-40B4-BE49-F238E27FC236}">
                  <a16:creationId xmlns:a16="http://schemas.microsoft.com/office/drawing/2014/main" id="{F99D9365-2BC7-79D3-7BFC-071D114382F8}"/>
                </a:ext>
              </a:extLst>
            </p:cNvPr>
            <p:cNvSpPr/>
            <p:nvPr/>
          </p:nvSpPr>
          <p:spPr>
            <a:xfrm>
              <a:off x="-47842400" y="2342000"/>
              <a:ext cx="193000" cy="300875"/>
            </a:xfrm>
            <a:custGeom>
              <a:avLst/>
              <a:gdLst/>
              <a:ahLst/>
              <a:cxnLst/>
              <a:rect l="l" t="t" r="r" b="b"/>
              <a:pathLst>
                <a:path w="7720" h="12035" extrusionOk="0">
                  <a:moveTo>
                    <a:pt x="6995" y="725"/>
                  </a:moveTo>
                  <a:lnTo>
                    <a:pt x="6995" y="1418"/>
                  </a:lnTo>
                  <a:lnTo>
                    <a:pt x="662" y="1418"/>
                  </a:lnTo>
                  <a:lnTo>
                    <a:pt x="662" y="725"/>
                  </a:lnTo>
                  <a:close/>
                  <a:moveTo>
                    <a:pt x="7058" y="2142"/>
                  </a:moveTo>
                  <a:lnTo>
                    <a:pt x="7058" y="8506"/>
                  </a:lnTo>
                  <a:lnTo>
                    <a:pt x="694" y="8506"/>
                  </a:lnTo>
                  <a:lnTo>
                    <a:pt x="694" y="2142"/>
                  </a:lnTo>
                  <a:close/>
                  <a:moveTo>
                    <a:pt x="7058" y="9200"/>
                  </a:moveTo>
                  <a:lnTo>
                    <a:pt x="7058" y="11310"/>
                  </a:lnTo>
                  <a:lnTo>
                    <a:pt x="694" y="11310"/>
                  </a:lnTo>
                  <a:lnTo>
                    <a:pt x="694" y="9200"/>
                  </a:ln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1657"/>
                  </a:lnTo>
                  <a:cubicBezTo>
                    <a:pt x="1" y="11877"/>
                    <a:pt x="158" y="12035"/>
                    <a:pt x="347" y="12035"/>
                  </a:cubicBezTo>
                  <a:lnTo>
                    <a:pt x="7373" y="12035"/>
                  </a:lnTo>
                  <a:cubicBezTo>
                    <a:pt x="7562" y="12035"/>
                    <a:pt x="7719" y="11877"/>
                    <a:pt x="7719" y="11657"/>
                  </a:cubicBezTo>
                  <a:lnTo>
                    <a:pt x="7719" y="378"/>
                  </a:lnTo>
                  <a:cubicBezTo>
                    <a:pt x="7719" y="158"/>
                    <a:pt x="7562" y="0"/>
                    <a:pt x="73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542;p68">
              <a:extLst>
                <a:ext uri="{FF2B5EF4-FFF2-40B4-BE49-F238E27FC236}">
                  <a16:creationId xmlns:a16="http://schemas.microsoft.com/office/drawing/2014/main" id="{327EB82A-64D2-55DE-1B13-32626C94A2E1}"/>
                </a:ext>
              </a:extLst>
            </p:cNvPr>
            <p:cNvSpPr/>
            <p:nvPr/>
          </p:nvSpPr>
          <p:spPr>
            <a:xfrm>
              <a:off x="-47772300" y="2589300"/>
              <a:ext cx="52800" cy="18150"/>
            </a:xfrm>
            <a:custGeom>
              <a:avLst/>
              <a:gdLst/>
              <a:ahLst/>
              <a:cxnLst/>
              <a:rect l="l" t="t" r="r" b="b"/>
              <a:pathLst>
                <a:path w="2112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1" y="568"/>
                    <a:pt x="2111" y="347"/>
                  </a:cubicBez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1528;p68">
            <a:extLst>
              <a:ext uri="{FF2B5EF4-FFF2-40B4-BE49-F238E27FC236}">
                <a16:creationId xmlns:a16="http://schemas.microsoft.com/office/drawing/2014/main" id="{F3F68624-5BE3-F792-FB24-FF9930CDA3D9}"/>
              </a:ext>
            </a:extLst>
          </p:cNvPr>
          <p:cNvSpPr/>
          <p:nvPr/>
        </p:nvSpPr>
        <p:spPr>
          <a:xfrm>
            <a:off x="1812652" y="1406064"/>
            <a:ext cx="357274" cy="356797"/>
          </a:xfrm>
          <a:custGeom>
            <a:avLst/>
            <a:gdLst/>
            <a:ahLst/>
            <a:cxnLst/>
            <a:rect l="l" t="t" r="r" b="b"/>
            <a:pathLst>
              <a:path w="11973" h="11957" extrusionOk="0">
                <a:moveTo>
                  <a:pt x="5986" y="748"/>
                </a:moveTo>
                <a:lnTo>
                  <a:pt x="8003" y="1756"/>
                </a:lnTo>
                <a:lnTo>
                  <a:pt x="5986" y="2796"/>
                </a:lnTo>
                <a:lnTo>
                  <a:pt x="4002" y="1756"/>
                </a:lnTo>
                <a:lnTo>
                  <a:pt x="5986" y="748"/>
                </a:lnTo>
                <a:close/>
                <a:moveTo>
                  <a:pt x="3561" y="2324"/>
                </a:moveTo>
                <a:lnTo>
                  <a:pt x="5671" y="3395"/>
                </a:lnTo>
                <a:lnTo>
                  <a:pt x="5671" y="6136"/>
                </a:lnTo>
                <a:lnTo>
                  <a:pt x="3561" y="5064"/>
                </a:lnTo>
                <a:lnTo>
                  <a:pt x="3561" y="2324"/>
                </a:lnTo>
                <a:close/>
                <a:moveTo>
                  <a:pt x="8475" y="2324"/>
                </a:moveTo>
                <a:lnTo>
                  <a:pt x="8475" y="5064"/>
                </a:lnTo>
                <a:lnTo>
                  <a:pt x="6364" y="6136"/>
                </a:lnTo>
                <a:lnTo>
                  <a:pt x="6364" y="3395"/>
                </a:lnTo>
                <a:lnTo>
                  <a:pt x="8475" y="2324"/>
                </a:lnTo>
                <a:close/>
                <a:moveTo>
                  <a:pt x="3214" y="5663"/>
                </a:moveTo>
                <a:lnTo>
                  <a:pt x="5230" y="6703"/>
                </a:lnTo>
                <a:lnTo>
                  <a:pt x="3214" y="7711"/>
                </a:lnTo>
                <a:lnTo>
                  <a:pt x="1166" y="6703"/>
                </a:lnTo>
                <a:lnTo>
                  <a:pt x="3214" y="5663"/>
                </a:lnTo>
                <a:close/>
                <a:moveTo>
                  <a:pt x="8822" y="5663"/>
                </a:moveTo>
                <a:lnTo>
                  <a:pt x="10870" y="6703"/>
                </a:lnTo>
                <a:lnTo>
                  <a:pt x="8822" y="7711"/>
                </a:lnTo>
                <a:lnTo>
                  <a:pt x="6837" y="6703"/>
                </a:lnTo>
                <a:lnTo>
                  <a:pt x="8822" y="5663"/>
                </a:lnTo>
                <a:close/>
                <a:moveTo>
                  <a:pt x="5671" y="7238"/>
                </a:moveTo>
                <a:lnTo>
                  <a:pt x="5671" y="9948"/>
                </a:lnTo>
                <a:lnTo>
                  <a:pt x="3561" y="11019"/>
                </a:lnTo>
                <a:lnTo>
                  <a:pt x="3561" y="8309"/>
                </a:lnTo>
                <a:lnTo>
                  <a:pt x="5671" y="7238"/>
                </a:lnTo>
                <a:close/>
                <a:moveTo>
                  <a:pt x="11311" y="7238"/>
                </a:moveTo>
                <a:lnTo>
                  <a:pt x="11311" y="10011"/>
                </a:lnTo>
                <a:lnTo>
                  <a:pt x="9200" y="11050"/>
                </a:lnTo>
                <a:lnTo>
                  <a:pt x="9200" y="8309"/>
                </a:lnTo>
                <a:lnTo>
                  <a:pt x="11311" y="7238"/>
                </a:lnTo>
                <a:close/>
                <a:moveTo>
                  <a:pt x="725" y="7270"/>
                </a:moveTo>
                <a:lnTo>
                  <a:pt x="2836" y="8341"/>
                </a:lnTo>
                <a:lnTo>
                  <a:pt x="2836" y="11082"/>
                </a:lnTo>
                <a:lnTo>
                  <a:pt x="725" y="10042"/>
                </a:lnTo>
                <a:lnTo>
                  <a:pt x="725" y="7270"/>
                </a:lnTo>
                <a:close/>
                <a:moveTo>
                  <a:pt x="6364" y="7270"/>
                </a:moveTo>
                <a:lnTo>
                  <a:pt x="8475" y="8341"/>
                </a:lnTo>
                <a:lnTo>
                  <a:pt x="8475" y="11082"/>
                </a:lnTo>
                <a:lnTo>
                  <a:pt x="6364" y="10042"/>
                </a:lnTo>
                <a:lnTo>
                  <a:pt x="6364" y="7270"/>
                </a:lnTo>
                <a:close/>
                <a:moveTo>
                  <a:pt x="5998" y="0"/>
                </a:moveTo>
                <a:cubicBezTo>
                  <a:pt x="5947" y="0"/>
                  <a:pt x="5892" y="8"/>
                  <a:pt x="5829" y="24"/>
                </a:cubicBezTo>
                <a:lnTo>
                  <a:pt x="3056" y="1441"/>
                </a:lnTo>
                <a:cubicBezTo>
                  <a:pt x="2930" y="1536"/>
                  <a:pt x="2836" y="1662"/>
                  <a:pt x="2836" y="1756"/>
                </a:cubicBezTo>
                <a:lnTo>
                  <a:pt x="2836" y="5064"/>
                </a:lnTo>
                <a:lnTo>
                  <a:pt x="221" y="6388"/>
                </a:lnTo>
                <a:cubicBezTo>
                  <a:pt x="95" y="6451"/>
                  <a:pt x="0" y="6577"/>
                  <a:pt x="0" y="6703"/>
                </a:cubicBezTo>
                <a:lnTo>
                  <a:pt x="0" y="10200"/>
                </a:lnTo>
                <a:cubicBezTo>
                  <a:pt x="0" y="10326"/>
                  <a:pt x="95" y="10420"/>
                  <a:pt x="221" y="10515"/>
                </a:cubicBezTo>
                <a:lnTo>
                  <a:pt x="3056" y="11933"/>
                </a:lnTo>
                <a:cubicBezTo>
                  <a:pt x="3088" y="11948"/>
                  <a:pt x="3135" y="11956"/>
                  <a:pt x="3190" y="11956"/>
                </a:cubicBezTo>
                <a:cubicBezTo>
                  <a:pt x="3245" y="11956"/>
                  <a:pt x="3308" y="11948"/>
                  <a:pt x="3371" y="11933"/>
                </a:cubicBezTo>
                <a:lnTo>
                  <a:pt x="5986" y="10578"/>
                </a:lnTo>
                <a:lnTo>
                  <a:pt x="8633" y="11933"/>
                </a:lnTo>
                <a:cubicBezTo>
                  <a:pt x="8680" y="11948"/>
                  <a:pt x="8727" y="11956"/>
                  <a:pt x="8779" y="11956"/>
                </a:cubicBezTo>
                <a:cubicBezTo>
                  <a:pt x="8830" y="11956"/>
                  <a:pt x="8885" y="11948"/>
                  <a:pt x="8948" y="11933"/>
                </a:cubicBezTo>
                <a:lnTo>
                  <a:pt x="11783" y="10515"/>
                </a:lnTo>
                <a:cubicBezTo>
                  <a:pt x="11909" y="10420"/>
                  <a:pt x="11972" y="10326"/>
                  <a:pt x="11972" y="10200"/>
                </a:cubicBezTo>
                <a:lnTo>
                  <a:pt x="11972" y="6703"/>
                </a:lnTo>
                <a:cubicBezTo>
                  <a:pt x="11972" y="6577"/>
                  <a:pt x="11941" y="6451"/>
                  <a:pt x="11783" y="6388"/>
                </a:cubicBezTo>
                <a:lnTo>
                  <a:pt x="9137" y="5064"/>
                </a:lnTo>
                <a:lnTo>
                  <a:pt x="9137" y="1756"/>
                </a:lnTo>
                <a:cubicBezTo>
                  <a:pt x="9137" y="1662"/>
                  <a:pt x="9074" y="1536"/>
                  <a:pt x="8948" y="1441"/>
                </a:cubicBezTo>
                <a:lnTo>
                  <a:pt x="6144" y="24"/>
                </a:lnTo>
                <a:cubicBezTo>
                  <a:pt x="6097" y="8"/>
                  <a:pt x="6049" y="0"/>
                  <a:pt x="599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11771;p68">
            <a:extLst>
              <a:ext uri="{FF2B5EF4-FFF2-40B4-BE49-F238E27FC236}">
                <a16:creationId xmlns:a16="http://schemas.microsoft.com/office/drawing/2014/main" id="{1A7E57B9-D5B5-3665-1CF2-B8CD74A6B4BC}"/>
              </a:ext>
            </a:extLst>
          </p:cNvPr>
          <p:cNvGrpSpPr/>
          <p:nvPr/>
        </p:nvGrpSpPr>
        <p:grpSpPr>
          <a:xfrm>
            <a:off x="4488606" y="1415177"/>
            <a:ext cx="341579" cy="319511"/>
            <a:chOff x="-10898100" y="2542050"/>
            <a:chExt cx="353675" cy="330825"/>
          </a:xfrm>
          <a:solidFill>
            <a:schemeClr val="bg1"/>
          </a:solidFill>
        </p:grpSpPr>
        <p:sp>
          <p:nvSpPr>
            <p:cNvPr id="20" name="Google Shape;11772;p68">
              <a:extLst>
                <a:ext uri="{FF2B5EF4-FFF2-40B4-BE49-F238E27FC236}">
                  <a16:creationId xmlns:a16="http://schemas.microsoft.com/office/drawing/2014/main" id="{35B54BBC-8326-49D6-9AE8-13103889E3B6}"/>
                </a:ext>
              </a:extLst>
            </p:cNvPr>
            <p:cNvSpPr/>
            <p:nvPr/>
          </p:nvSpPr>
          <p:spPr>
            <a:xfrm>
              <a:off x="-10772875" y="258380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39" y="819"/>
                  </a:moveTo>
                  <a:cubicBezTo>
                    <a:pt x="2111" y="819"/>
                    <a:pt x="2490" y="1166"/>
                    <a:pt x="2490" y="1638"/>
                  </a:cubicBezTo>
                  <a:cubicBezTo>
                    <a:pt x="2490" y="2111"/>
                    <a:pt x="2111" y="2457"/>
                    <a:pt x="1639" y="2457"/>
                  </a:cubicBezTo>
                  <a:cubicBezTo>
                    <a:pt x="1166" y="2457"/>
                    <a:pt x="820" y="2111"/>
                    <a:pt x="820" y="1638"/>
                  </a:cubicBezTo>
                  <a:cubicBezTo>
                    <a:pt x="820" y="1166"/>
                    <a:pt x="1229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39" y="3308"/>
                  </a:cubicBezTo>
                  <a:cubicBezTo>
                    <a:pt x="2553" y="3308"/>
                    <a:pt x="3309" y="2552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773;p68">
              <a:extLst>
                <a:ext uri="{FF2B5EF4-FFF2-40B4-BE49-F238E27FC236}">
                  <a16:creationId xmlns:a16="http://schemas.microsoft.com/office/drawing/2014/main" id="{E58EC4DC-ABB7-BA83-4026-EE64C1E1D270}"/>
                </a:ext>
              </a:extLst>
            </p:cNvPr>
            <p:cNvSpPr/>
            <p:nvPr/>
          </p:nvSpPr>
          <p:spPr>
            <a:xfrm>
              <a:off x="-10772875" y="2749200"/>
              <a:ext cx="82725" cy="81950"/>
            </a:xfrm>
            <a:custGeom>
              <a:avLst/>
              <a:gdLst/>
              <a:ahLst/>
              <a:cxnLst/>
              <a:rect l="l" t="t" r="r" b="b"/>
              <a:pathLst>
                <a:path w="3309" h="3278" extrusionOk="0">
                  <a:moveTo>
                    <a:pt x="1639" y="819"/>
                  </a:moveTo>
                  <a:cubicBezTo>
                    <a:pt x="2111" y="819"/>
                    <a:pt x="2490" y="1166"/>
                    <a:pt x="2490" y="1638"/>
                  </a:cubicBezTo>
                  <a:cubicBezTo>
                    <a:pt x="2490" y="2111"/>
                    <a:pt x="2111" y="2457"/>
                    <a:pt x="1639" y="2457"/>
                  </a:cubicBezTo>
                  <a:cubicBezTo>
                    <a:pt x="1229" y="2457"/>
                    <a:pt x="820" y="2079"/>
                    <a:pt x="820" y="1638"/>
                  </a:cubicBezTo>
                  <a:cubicBezTo>
                    <a:pt x="820" y="1166"/>
                    <a:pt x="1198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277"/>
                    <a:pt x="1639" y="3277"/>
                  </a:cubicBezTo>
                  <a:cubicBezTo>
                    <a:pt x="1658" y="3277"/>
                    <a:pt x="1677" y="3278"/>
                    <a:pt x="1696" y="3278"/>
                  </a:cubicBezTo>
                  <a:cubicBezTo>
                    <a:pt x="2613" y="3278"/>
                    <a:pt x="3309" y="2534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774;p68">
              <a:extLst>
                <a:ext uri="{FF2B5EF4-FFF2-40B4-BE49-F238E27FC236}">
                  <a16:creationId xmlns:a16="http://schemas.microsoft.com/office/drawing/2014/main" id="{6C7D57BB-D584-8840-4BAB-EA835CA2DAC3}"/>
                </a:ext>
              </a:extLst>
            </p:cNvPr>
            <p:cNvSpPr/>
            <p:nvPr/>
          </p:nvSpPr>
          <p:spPr>
            <a:xfrm>
              <a:off x="-10855575" y="2666500"/>
              <a:ext cx="82725" cy="81925"/>
            </a:xfrm>
            <a:custGeom>
              <a:avLst/>
              <a:gdLst/>
              <a:ahLst/>
              <a:cxnLst/>
              <a:rect l="l" t="t" r="r" b="b"/>
              <a:pathLst>
                <a:path w="3309" h="3277" extrusionOk="0">
                  <a:moveTo>
                    <a:pt x="1670" y="819"/>
                  </a:moveTo>
                  <a:cubicBezTo>
                    <a:pt x="2143" y="819"/>
                    <a:pt x="2490" y="1166"/>
                    <a:pt x="2490" y="1638"/>
                  </a:cubicBezTo>
                  <a:cubicBezTo>
                    <a:pt x="2490" y="2079"/>
                    <a:pt x="2111" y="2457"/>
                    <a:pt x="1670" y="2457"/>
                  </a:cubicBezTo>
                  <a:cubicBezTo>
                    <a:pt x="1166" y="2457"/>
                    <a:pt x="820" y="2111"/>
                    <a:pt x="820" y="1638"/>
                  </a:cubicBezTo>
                  <a:cubicBezTo>
                    <a:pt x="820" y="1166"/>
                    <a:pt x="1198" y="819"/>
                    <a:pt x="1670" y="819"/>
                  </a:cubicBezTo>
                  <a:close/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277"/>
                    <a:pt x="1670" y="3277"/>
                  </a:cubicBezTo>
                  <a:cubicBezTo>
                    <a:pt x="2553" y="3277"/>
                    <a:pt x="3309" y="2552"/>
                    <a:pt x="3309" y="1638"/>
                  </a:cubicBezTo>
                  <a:cubicBezTo>
                    <a:pt x="3309" y="725"/>
                    <a:pt x="2584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775;p68">
              <a:extLst>
                <a:ext uri="{FF2B5EF4-FFF2-40B4-BE49-F238E27FC236}">
                  <a16:creationId xmlns:a16="http://schemas.microsoft.com/office/drawing/2014/main" id="{243D639B-6140-C40A-B801-210DCCFE223A}"/>
                </a:ext>
              </a:extLst>
            </p:cNvPr>
            <p:cNvSpPr/>
            <p:nvPr/>
          </p:nvSpPr>
          <p:spPr>
            <a:xfrm>
              <a:off x="-10690175" y="266650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39" y="819"/>
                  </a:moveTo>
                  <a:cubicBezTo>
                    <a:pt x="2143" y="819"/>
                    <a:pt x="2490" y="1166"/>
                    <a:pt x="2490" y="1638"/>
                  </a:cubicBezTo>
                  <a:cubicBezTo>
                    <a:pt x="2490" y="2111"/>
                    <a:pt x="2112" y="2457"/>
                    <a:pt x="1639" y="2457"/>
                  </a:cubicBezTo>
                  <a:cubicBezTo>
                    <a:pt x="1198" y="2457"/>
                    <a:pt x="820" y="2111"/>
                    <a:pt x="820" y="1638"/>
                  </a:cubicBezTo>
                  <a:cubicBezTo>
                    <a:pt x="820" y="1166"/>
                    <a:pt x="1229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39" y="3308"/>
                  </a:cubicBezTo>
                  <a:cubicBezTo>
                    <a:pt x="2553" y="3308"/>
                    <a:pt x="3309" y="2552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776;p68">
              <a:extLst>
                <a:ext uri="{FF2B5EF4-FFF2-40B4-BE49-F238E27FC236}">
                  <a16:creationId xmlns:a16="http://schemas.microsoft.com/office/drawing/2014/main" id="{90EFD59C-8062-D9F7-B3B0-32C830E0C7D7}"/>
                </a:ext>
              </a:extLst>
            </p:cNvPr>
            <p:cNvSpPr/>
            <p:nvPr/>
          </p:nvSpPr>
          <p:spPr>
            <a:xfrm>
              <a:off x="-10752400" y="2686975"/>
              <a:ext cx="41775" cy="40975"/>
            </a:xfrm>
            <a:custGeom>
              <a:avLst/>
              <a:gdLst/>
              <a:ahLst/>
              <a:cxnLst/>
              <a:rect l="l" t="t" r="r" b="b"/>
              <a:pathLst>
                <a:path w="1671" h="1639" extrusionOk="0">
                  <a:moveTo>
                    <a:pt x="851" y="0"/>
                  </a:moveTo>
                  <a:cubicBezTo>
                    <a:pt x="379" y="0"/>
                    <a:pt x="1" y="378"/>
                    <a:pt x="1" y="819"/>
                  </a:cubicBezTo>
                  <a:cubicBezTo>
                    <a:pt x="1" y="1260"/>
                    <a:pt x="379" y="1638"/>
                    <a:pt x="851" y="1638"/>
                  </a:cubicBezTo>
                  <a:cubicBezTo>
                    <a:pt x="1292" y="1638"/>
                    <a:pt x="1671" y="1260"/>
                    <a:pt x="1671" y="819"/>
                  </a:cubicBezTo>
                  <a:cubicBezTo>
                    <a:pt x="1671" y="378"/>
                    <a:pt x="1292" y="0"/>
                    <a:pt x="8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777;p68">
              <a:extLst>
                <a:ext uri="{FF2B5EF4-FFF2-40B4-BE49-F238E27FC236}">
                  <a16:creationId xmlns:a16="http://schemas.microsoft.com/office/drawing/2014/main" id="{05F764C6-25F3-32E2-1E28-1BC7F99D96E7}"/>
                </a:ext>
              </a:extLst>
            </p:cNvPr>
            <p:cNvSpPr/>
            <p:nvPr/>
          </p:nvSpPr>
          <p:spPr>
            <a:xfrm>
              <a:off x="-10898100" y="2542050"/>
              <a:ext cx="353675" cy="330825"/>
            </a:xfrm>
            <a:custGeom>
              <a:avLst/>
              <a:gdLst/>
              <a:ahLst/>
              <a:cxnLst/>
              <a:rect l="l" t="t" r="r" b="b"/>
              <a:pathLst>
                <a:path w="14147" h="13233" extrusionOk="0">
                  <a:moveTo>
                    <a:pt x="6711" y="819"/>
                  </a:moveTo>
                  <a:cubicBezTo>
                    <a:pt x="9893" y="819"/>
                    <a:pt x="12476" y="3434"/>
                    <a:pt x="12476" y="6616"/>
                  </a:cubicBezTo>
                  <a:cubicBezTo>
                    <a:pt x="12476" y="9798"/>
                    <a:pt x="9893" y="12413"/>
                    <a:pt x="6711" y="12413"/>
                  </a:cubicBezTo>
                  <a:cubicBezTo>
                    <a:pt x="3466" y="12413"/>
                    <a:pt x="883" y="9798"/>
                    <a:pt x="883" y="6616"/>
                  </a:cubicBezTo>
                  <a:cubicBezTo>
                    <a:pt x="883" y="3434"/>
                    <a:pt x="3466" y="819"/>
                    <a:pt x="6711" y="819"/>
                  </a:cubicBezTo>
                  <a:close/>
                  <a:moveTo>
                    <a:pt x="13358" y="10743"/>
                  </a:moveTo>
                  <a:lnTo>
                    <a:pt x="13358" y="12413"/>
                  </a:lnTo>
                  <a:lnTo>
                    <a:pt x="9893" y="12413"/>
                  </a:lnTo>
                  <a:cubicBezTo>
                    <a:pt x="10649" y="12004"/>
                    <a:pt x="11311" y="11468"/>
                    <a:pt x="11846" y="10743"/>
                  </a:cubicBezTo>
                  <a:close/>
                  <a:moveTo>
                    <a:pt x="6648" y="0"/>
                  </a:moveTo>
                  <a:cubicBezTo>
                    <a:pt x="2993" y="0"/>
                    <a:pt x="0" y="2962"/>
                    <a:pt x="0" y="6616"/>
                  </a:cubicBezTo>
                  <a:cubicBezTo>
                    <a:pt x="0" y="10082"/>
                    <a:pt x="2678" y="12917"/>
                    <a:pt x="6112" y="13201"/>
                  </a:cubicBezTo>
                  <a:cubicBezTo>
                    <a:pt x="6144" y="13201"/>
                    <a:pt x="6175" y="13232"/>
                    <a:pt x="6238" y="13232"/>
                  </a:cubicBezTo>
                  <a:lnTo>
                    <a:pt x="13705" y="13232"/>
                  </a:lnTo>
                  <a:cubicBezTo>
                    <a:pt x="13957" y="13232"/>
                    <a:pt x="14146" y="13043"/>
                    <a:pt x="14146" y="12791"/>
                  </a:cubicBezTo>
                  <a:lnTo>
                    <a:pt x="14146" y="10302"/>
                  </a:lnTo>
                  <a:cubicBezTo>
                    <a:pt x="14146" y="10082"/>
                    <a:pt x="13957" y="9924"/>
                    <a:pt x="13737" y="9924"/>
                  </a:cubicBezTo>
                  <a:lnTo>
                    <a:pt x="12413" y="9924"/>
                  </a:lnTo>
                  <a:cubicBezTo>
                    <a:pt x="13012" y="8948"/>
                    <a:pt x="13264" y="7814"/>
                    <a:pt x="13264" y="6616"/>
                  </a:cubicBezTo>
                  <a:cubicBezTo>
                    <a:pt x="13264" y="2962"/>
                    <a:pt x="10334" y="0"/>
                    <a:pt x="66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11484;p68">
            <a:extLst>
              <a:ext uri="{FF2B5EF4-FFF2-40B4-BE49-F238E27FC236}">
                <a16:creationId xmlns:a16="http://schemas.microsoft.com/office/drawing/2014/main" id="{7A84FE93-015E-4A39-540D-B66C2900B71F}"/>
              </a:ext>
            </a:extLst>
          </p:cNvPr>
          <p:cNvGrpSpPr/>
          <p:nvPr/>
        </p:nvGrpSpPr>
        <p:grpSpPr>
          <a:xfrm>
            <a:off x="7175955" y="1394818"/>
            <a:ext cx="358199" cy="359154"/>
            <a:chOff x="-50154075" y="1948175"/>
            <a:chExt cx="300100" cy="300900"/>
          </a:xfrm>
          <a:solidFill>
            <a:schemeClr val="bg1"/>
          </a:solidFill>
        </p:grpSpPr>
        <p:sp>
          <p:nvSpPr>
            <p:cNvPr id="27" name="Google Shape;11485;p68">
              <a:extLst>
                <a:ext uri="{FF2B5EF4-FFF2-40B4-BE49-F238E27FC236}">
                  <a16:creationId xmlns:a16="http://schemas.microsoft.com/office/drawing/2014/main" id="{FDC77687-9F6F-97D5-0882-395688E636F4}"/>
                </a:ext>
              </a:extLst>
            </p:cNvPr>
            <p:cNvSpPr/>
            <p:nvPr/>
          </p:nvSpPr>
          <p:spPr>
            <a:xfrm>
              <a:off x="-50154075" y="1948175"/>
              <a:ext cx="300100" cy="300900"/>
            </a:xfrm>
            <a:custGeom>
              <a:avLst/>
              <a:gdLst/>
              <a:ahLst/>
              <a:cxnLst/>
              <a:rect l="l" t="t" r="r" b="b"/>
              <a:pathLst>
                <a:path w="12004" h="12036" extrusionOk="0">
                  <a:moveTo>
                    <a:pt x="2805" y="694"/>
                  </a:moveTo>
                  <a:lnTo>
                    <a:pt x="2805" y="2805"/>
                  </a:lnTo>
                  <a:lnTo>
                    <a:pt x="662" y="2805"/>
                  </a:lnTo>
                  <a:lnTo>
                    <a:pt x="662" y="694"/>
                  </a:lnTo>
                  <a:close/>
                  <a:moveTo>
                    <a:pt x="2805" y="3466"/>
                  </a:moveTo>
                  <a:lnTo>
                    <a:pt x="2805" y="5609"/>
                  </a:lnTo>
                  <a:lnTo>
                    <a:pt x="662" y="5609"/>
                  </a:lnTo>
                  <a:lnTo>
                    <a:pt x="662" y="3466"/>
                  </a:lnTo>
                  <a:close/>
                  <a:moveTo>
                    <a:pt x="7908" y="2521"/>
                  </a:moveTo>
                  <a:lnTo>
                    <a:pt x="9421" y="4033"/>
                  </a:lnTo>
                  <a:lnTo>
                    <a:pt x="7782" y="5640"/>
                  </a:lnTo>
                  <a:lnTo>
                    <a:pt x="6302" y="4128"/>
                  </a:lnTo>
                  <a:lnTo>
                    <a:pt x="7908" y="2521"/>
                  </a:lnTo>
                  <a:close/>
                  <a:moveTo>
                    <a:pt x="5798" y="4663"/>
                  </a:moveTo>
                  <a:lnTo>
                    <a:pt x="7278" y="6144"/>
                  </a:lnTo>
                  <a:lnTo>
                    <a:pt x="5766" y="7688"/>
                  </a:lnTo>
                  <a:lnTo>
                    <a:pt x="4254" y="6207"/>
                  </a:lnTo>
                  <a:lnTo>
                    <a:pt x="5798" y="4663"/>
                  </a:lnTo>
                  <a:close/>
                  <a:moveTo>
                    <a:pt x="2805" y="6302"/>
                  </a:moveTo>
                  <a:lnTo>
                    <a:pt x="2805" y="8791"/>
                  </a:lnTo>
                  <a:cubicBezTo>
                    <a:pt x="2521" y="8570"/>
                    <a:pt x="2111" y="8444"/>
                    <a:pt x="1733" y="8444"/>
                  </a:cubicBezTo>
                  <a:cubicBezTo>
                    <a:pt x="1324" y="8444"/>
                    <a:pt x="977" y="8570"/>
                    <a:pt x="662" y="8791"/>
                  </a:cubicBezTo>
                  <a:lnTo>
                    <a:pt x="662" y="6302"/>
                  </a:lnTo>
                  <a:close/>
                  <a:moveTo>
                    <a:pt x="3750" y="6711"/>
                  </a:moveTo>
                  <a:lnTo>
                    <a:pt x="5230" y="8192"/>
                  </a:lnTo>
                  <a:lnTo>
                    <a:pt x="3498" y="9925"/>
                  </a:lnTo>
                  <a:lnTo>
                    <a:pt x="3498" y="6932"/>
                  </a:lnTo>
                  <a:lnTo>
                    <a:pt x="3750" y="6711"/>
                  </a:lnTo>
                  <a:close/>
                  <a:moveTo>
                    <a:pt x="1733" y="9137"/>
                  </a:moveTo>
                  <a:cubicBezTo>
                    <a:pt x="2332" y="9137"/>
                    <a:pt x="2805" y="9610"/>
                    <a:pt x="2805" y="10208"/>
                  </a:cubicBezTo>
                  <a:cubicBezTo>
                    <a:pt x="2805" y="10807"/>
                    <a:pt x="2332" y="11279"/>
                    <a:pt x="1733" y="11279"/>
                  </a:cubicBezTo>
                  <a:cubicBezTo>
                    <a:pt x="1135" y="11279"/>
                    <a:pt x="662" y="10807"/>
                    <a:pt x="662" y="10208"/>
                  </a:cubicBezTo>
                  <a:cubicBezTo>
                    <a:pt x="662" y="9610"/>
                    <a:pt x="1135" y="9137"/>
                    <a:pt x="1733" y="9137"/>
                  </a:cubicBezTo>
                  <a:close/>
                  <a:moveTo>
                    <a:pt x="5640" y="9137"/>
                  </a:moveTo>
                  <a:lnTo>
                    <a:pt x="5640" y="11279"/>
                  </a:lnTo>
                  <a:lnTo>
                    <a:pt x="3183" y="11279"/>
                  </a:lnTo>
                  <a:lnTo>
                    <a:pt x="5262" y="9137"/>
                  </a:lnTo>
                  <a:close/>
                  <a:moveTo>
                    <a:pt x="8412" y="9137"/>
                  </a:moveTo>
                  <a:lnTo>
                    <a:pt x="8412" y="11279"/>
                  </a:lnTo>
                  <a:lnTo>
                    <a:pt x="6333" y="11279"/>
                  </a:lnTo>
                  <a:lnTo>
                    <a:pt x="6333" y="9137"/>
                  </a:lnTo>
                  <a:close/>
                  <a:moveTo>
                    <a:pt x="11248" y="9137"/>
                  </a:moveTo>
                  <a:lnTo>
                    <a:pt x="11248" y="11279"/>
                  </a:lnTo>
                  <a:lnTo>
                    <a:pt x="9106" y="11279"/>
                  </a:lnTo>
                  <a:lnTo>
                    <a:pt x="9106" y="9137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0240"/>
                  </a:lnTo>
                  <a:cubicBezTo>
                    <a:pt x="1" y="11248"/>
                    <a:pt x="788" y="12036"/>
                    <a:pt x="1765" y="12036"/>
                  </a:cubicBezTo>
                  <a:lnTo>
                    <a:pt x="11657" y="12036"/>
                  </a:lnTo>
                  <a:cubicBezTo>
                    <a:pt x="11846" y="12036"/>
                    <a:pt x="12004" y="11878"/>
                    <a:pt x="12004" y="11657"/>
                  </a:cubicBezTo>
                  <a:lnTo>
                    <a:pt x="12004" y="8791"/>
                  </a:lnTo>
                  <a:cubicBezTo>
                    <a:pt x="11973" y="8602"/>
                    <a:pt x="11815" y="8444"/>
                    <a:pt x="11626" y="8444"/>
                  </a:cubicBezTo>
                  <a:lnTo>
                    <a:pt x="5987" y="8444"/>
                  </a:lnTo>
                  <a:lnTo>
                    <a:pt x="10177" y="4254"/>
                  </a:lnTo>
                  <a:cubicBezTo>
                    <a:pt x="10240" y="4191"/>
                    <a:pt x="10271" y="4096"/>
                    <a:pt x="10271" y="4033"/>
                  </a:cubicBezTo>
                  <a:cubicBezTo>
                    <a:pt x="10271" y="3939"/>
                    <a:pt x="10240" y="3844"/>
                    <a:pt x="10177" y="3781"/>
                  </a:cubicBezTo>
                  <a:lnTo>
                    <a:pt x="8192" y="1828"/>
                  </a:lnTo>
                  <a:cubicBezTo>
                    <a:pt x="8129" y="1765"/>
                    <a:pt x="8042" y="1733"/>
                    <a:pt x="7952" y="1733"/>
                  </a:cubicBezTo>
                  <a:cubicBezTo>
                    <a:pt x="7861" y="1733"/>
                    <a:pt x="7767" y="1765"/>
                    <a:pt x="7688" y="1828"/>
                  </a:cubicBezTo>
                  <a:lnTo>
                    <a:pt x="3498" y="5987"/>
                  </a:lnTo>
                  <a:lnTo>
                    <a:pt x="3498" y="379"/>
                  </a:ln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486;p68">
              <a:extLst>
                <a:ext uri="{FF2B5EF4-FFF2-40B4-BE49-F238E27FC236}">
                  <a16:creationId xmlns:a16="http://schemas.microsoft.com/office/drawing/2014/main" id="{90E7AB4A-1CEB-4484-120E-6096FE2EDB2C}"/>
                </a:ext>
              </a:extLst>
            </p:cNvPr>
            <p:cNvSpPr/>
            <p:nvPr/>
          </p:nvSpPr>
          <p:spPr>
            <a:xfrm>
              <a:off x="-50119425" y="21947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10836;p66">
            <a:extLst>
              <a:ext uri="{FF2B5EF4-FFF2-40B4-BE49-F238E27FC236}">
                <a16:creationId xmlns:a16="http://schemas.microsoft.com/office/drawing/2014/main" id="{6A0EF45A-1FF1-002A-4C9F-C19F5102282D}"/>
              </a:ext>
            </a:extLst>
          </p:cNvPr>
          <p:cNvGrpSpPr/>
          <p:nvPr/>
        </p:nvGrpSpPr>
        <p:grpSpPr>
          <a:xfrm>
            <a:off x="3079444" y="2845801"/>
            <a:ext cx="366269" cy="366269"/>
            <a:chOff x="-61783350" y="2297100"/>
            <a:chExt cx="316650" cy="316650"/>
          </a:xfrm>
          <a:solidFill>
            <a:schemeClr val="bg1"/>
          </a:solidFill>
        </p:grpSpPr>
        <p:sp>
          <p:nvSpPr>
            <p:cNvPr id="30" name="Google Shape;10837;p66">
              <a:extLst>
                <a:ext uri="{FF2B5EF4-FFF2-40B4-BE49-F238E27FC236}">
                  <a16:creationId xmlns:a16="http://schemas.microsoft.com/office/drawing/2014/main" id="{8EF92E70-BE41-07B3-82C3-039A0BBF784D}"/>
                </a:ext>
              </a:extLst>
            </p:cNvPr>
            <p:cNvSpPr/>
            <p:nvPr/>
          </p:nvSpPr>
          <p:spPr>
            <a:xfrm>
              <a:off x="-61783350" y="2297100"/>
              <a:ext cx="316650" cy="316650"/>
            </a:xfrm>
            <a:custGeom>
              <a:avLst/>
              <a:gdLst/>
              <a:ahLst/>
              <a:cxnLst/>
              <a:rect l="l" t="t" r="r" b="b"/>
              <a:pathLst>
                <a:path w="12666" h="12666" extrusionOk="0">
                  <a:moveTo>
                    <a:pt x="379" y="0"/>
                  </a:moveTo>
                  <a:cubicBezTo>
                    <a:pt x="158" y="0"/>
                    <a:pt x="1" y="189"/>
                    <a:pt x="1" y="441"/>
                  </a:cubicBezTo>
                  <a:lnTo>
                    <a:pt x="1" y="12287"/>
                  </a:lnTo>
                  <a:cubicBezTo>
                    <a:pt x="1" y="12508"/>
                    <a:pt x="190" y="12665"/>
                    <a:pt x="379" y="12665"/>
                  </a:cubicBezTo>
                  <a:lnTo>
                    <a:pt x="12256" y="12665"/>
                  </a:lnTo>
                  <a:cubicBezTo>
                    <a:pt x="12477" y="12665"/>
                    <a:pt x="12666" y="12476"/>
                    <a:pt x="12666" y="12287"/>
                  </a:cubicBezTo>
                  <a:cubicBezTo>
                    <a:pt x="12634" y="12098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41"/>
                  </a:lnTo>
                  <a:cubicBezTo>
                    <a:pt x="820" y="189"/>
                    <a:pt x="631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838;p66">
              <a:extLst>
                <a:ext uri="{FF2B5EF4-FFF2-40B4-BE49-F238E27FC236}">
                  <a16:creationId xmlns:a16="http://schemas.microsoft.com/office/drawing/2014/main" id="{9DD95BA7-B7FA-C55C-CA74-2F00D70BF2F6}"/>
                </a:ext>
              </a:extLst>
            </p:cNvPr>
            <p:cNvSpPr/>
            <p:nvPr/>
          </p:nvSpPr>
          <p:spPr>
            <a:xfrm>
              <a:off x="-61742375" y="2387675"/>
              <a:ext cx="275675" cy="151250"/>
            </a:xfrm>
            <a:custGeom>
              <a:avLst/>
              <a:gdLst/>
              <a:ahLst/>
              <a:cxnLst/>
              <a:rect l="l" t="t" r="r" b="b"/>
              <a:pathLst>
                <a:path w="11027" h="6050" extrusionOk="0">
                  <a:moveTo>
                    <a:pt x="9767" y="788"/>
                  </a:moveTo>
                  <a:cubicBezTo>
                    <a:pt x="10019" y="788"/>
                    <a:pt x="10208" y="977"/>
                    <a:pt x="10208" y="1229"/>
                  </a:cubicBezTo>
                  <a:cubicBezTo>
                    <a:pt x="10176" y="1450"/>
                    <a:pt x="10019" y="1639"/>
                    <a:pt x="9767" y="1639"/>
                  </a:cubicBezTo>
                  <a:cubicBezTo>
                    <a:pt x="9546" y="1639"/>
                    <a:pt x="9389" y="1450"/>
                    <a:pt x="9389" y="1229"/>
                  </a:cubicBezTo>
                  <a:cubicBezTo>
                    <a:pt x="9389" y="977"/>
                    <a:pt x="9578" y="788"/>
                    <a:pt x="9767" y="788"/>
                  </a:cubicBezTo>
                  <a:close/>
                  <a:moveTo>
                    <a:pt x="4001" y="1607"/>
                  </a:moveTo>
                  <a:cubicBezTo>
                    <a:pt x="4222" y="1607"/>
                    <a:pt x="4379" y="1796"/>
                    <a:pt x="4379" y="2048"/>
                  </a:cubicBezTo>
                  <a:cubicBezTo>
                    <a:pt x="4379" y="2269"/>
                    <a:pt x="4222" y="2489"/>
                    <a:pt x="4001" y="2489"/>
                  </a:cubicBezTo>
                  <a:cubicBezTo>
                    <a:pt x="3749" y="2489"/>
                    <a:pt x="3560" y="2269"/>
                    <a:pt x="3560" y="2048"/>
                  </a:cubicBezTo>
                  <a:cubicBezTo>
                    <a:pt x="3560" y="1796"/>
                    <a:pt x="3749" y="1607"/>
                    <a:pt x="4001" y="1607"/>
                  </a:cubicBezTo>
                  <a:close/>
                  <a:moveTo>
                    <a:pt x="6459" y="4128"/>
                  </a:moveTo>
                  <a:cubicBezTo>
                    <a:pt x="6679" y="4128"/>
                    <a:pt x="6900" y="4317"/>
                    <a:pt x="6900" y="4569"/>
                  </a:cubicBezTo>
                  <a:cubicBezTo>
                    <a:pt x="6868" y="4758"/>
                    <a:pt x="6711" y="4947"/>
                    <a:pt x="6459" y="4947"/>
                  </a:cubicBezTo>
                  <a:cubicBezTo>
                    <a:pt x="6238" y="4947"/>
                    <a:pt x="6081" y="4758"/>
                    <a:pt x="6081" y="4569"/>
                  </a:cubicBezTo>
                  <a:cubicBezTo>
                    <a:pt x="6081" y="4317"/>
                    <a:pt x="6270" y="4128"/>
                    <a:pt x="6459" y="4128"/>
                  </a:cubicBezTo>
                  <a:close/>
                  <a:moveTo>
                    <a:pt x="1229" y="4380"/>
                  </a:moveTo>
                  <a:cubicBezTo>
                    <a:pt x="1481" y="4380"/>
                    <a:pt x="1638" y="4569"/>
                    <a:pt x="1638" y="4789"/>
                  </a:cubicBezTo>
                  <a:cubicBezTo>
                    <a:pt x="1638" y="5041"/>
                    <a:pt x="1481" y="5230"/>
                    <a:pt x="1229" y="5230"/>
                  </a:cubicBezTo>
                  <a:cubicBezTo>
                    <a:pt x="1008" y="5230"/>
                    <a:pt x="788" y="5041"/>
                    <a:pt x="788" y="4789"/>
                  </a:cubicBezTo>
                  <a:cubicBezTo>
                    <a:pt x="788" y="4569"/>
                    <a:pt x="1008" y="4380"/>
                    <a:pt x="1229" y="4380"/>
                  </a:cubicBezTo>
                  <a:close/>
                  <a:moveTo>
                    <a:pt x="9767" y="0"/>
                  </a:moveTo>
                  <a:cubicBezTo>
                    <a:pt x="9105" y="0"/>
                    <a:pt x="8570" y="536"/>
                    <a:pt x="8570" y="1229"/>
                  </a:cubicBezTo>
                  <a:cubicBezTo>
                    <a:pt x="8570" y="1418"/>
                    <a:pt x="8601" y="1576"/>
                    <a:pt x="8664" y="1765"/>
                  </a:cubicBezTo>
                  <a:lnTo>
                    <a:pt x="7026" y="3434"/>
                  </a:lnTo>
                  <a:cubicBezTo>
                    <a:pt x="6868" y="3340"/>
                    <a:pt x="6679" y="3308"/>
                    <a:pt x="6459" y="3308"/>
                  </a:cubicBezTo>
                  <a:cubicBezTo>
                    <a:pt x="6270" y="3308"/>
                    <a:pt x="6112" y="3340"/>
                    <a:pt x="5923" y="3434"/>
                  </a:cubicBezTo>
                  <a:lnTo>
                    <a:pt x="5104" y="2584"/>
                  </a:lnTo>
                  <a:cubicBezTo>
                    <a:pt x="5167" y="2426"/>
                    <a:pt x="5199" y="2237"/>
                    <a:pt x="5199" y="2048"/>
                  </a:cubicBezTo>
                  <a:cubicBezTo>
                    <a:pt x="5199" y="1387"/>
                    <a:pt x="4663" y="788"/>
                    <a:pt x="4001" y="788"/>
                  </a:cubicBezTo>
                  <a:cubicBezTo>
                    <a:pt x="3308" y="788"/>
                    <a:pt x="2773" y="1324"/>
                    <a:pt x="2773" y="2048"/>
                  </a:cubicBezTo>
                  <a:cubicBezTo>
                    <a:pt x="2773" y="2237"/>
                    <a:pt x="2804" y="2395"/>
                    <a:pt x="2899" y="2584"/>
                  </a:cubicBezTo>
                  <a:lnTo>
                    <a:pt x="1796" y="3686"/>
                  </a:lnTo>
                  <a:cubicBezTo>
                    <a:pt x="1638" y="3623"/>
                    <a:pt x="1418" y="3592"/>
                    <a:pt x="1229" y="3592"/>
                  </a:cubicBezTo>
                  <a:cubicBezTo>
                    <a:pt x="567" y="3592"/>
                    <a:pt x="0" y="4128"/>
                    <a:pt x="0" y="4852"/>
                  </a:cubicBezTo>
                  <a:cubicBezTo>
                    <a:pt x="0" y="5514"/>
                    <a:pt x="567" y="6049"/>
                    <a:pt x="1229" y="6049"/>
                  </a:cubicBezTo>
                  <a:cubicBezTo>
                    <a:pt x="1890" y="6049"/>
                    <a:pt x="2458" y="5514"/>
                    <a:pt x="2458" y="4852"/>
                  </a:cubicBezTo>
                  <a:cubicBezTo>
                    <a:pt x="2458" y="4632"/>
                    <a:pt x="2426" y="4474"/>
                    <a:pt x="2332" y="4285"/>
                  </a:cubicBezTo>
                  <a:lnTo>
                    <a:pt x="3434" y="3182"/>
                  </a:lnTo>
                  <a:cubicBezTo>
                    <a:pt x="3592" y="3245"/>
                    <a:pt x="3781" y="3308"/>
                    <a:pt x="4001" y="3308"/>
                  </a:cubicBezTo>
                  <a:cubicBezTo>
                    <a:pt x="4190" y="3308"/>
                    <a:pt x="4348" y="3277"/>
                    <a:pt x="4537" y="3182"/>
                  </a:cubicBezTo>
                  <a:lnTo>
                    <a:pt x="5356" y="4001"/>
                  </a:lnTo>
                  <a:cubicBezTo>
                    <a:pt x="5293" y="4159"/>
                    <a:pt x="5262" y="4348"/>
                    <a:pt x="5262" y="4569"/>
                  </a:cubicBezTo>
                  <a:cubicBezTo>
                    <a:pt x="5262" y="5230"/>
                    <a:pt x="5797" y="5766"/>
                    <a:pt x="6459" y="5766"/>
                  </a:cubicBezTo>
                  <a:cubicBezTo>
                    <a:pt x="7152" y="5766"/>
                    <a:pt x="7687" y="5230"/>
                    <a:pt x="7687" y="4569"/>
                  </a:cubicBezTo>
                  <a:cubicBezTo>
                    <a:pt x="7687" y="4348"/>
                    <a:pt x="7656" y="4191"/>
                    <a:pt x="7561" y="4001"/>
                  </a:cubicBezTo>
                  <a:lnTo>
                    <a:pt x="9231" y="2363"/>
                  </a:lnTo>
                  <a:cubicBezTo>
                    <a:pt x="9389" y="2426"/>
                    <a:pt x="9578" y="2489"/>
                    <a:pt x="9767" y="2489"/>
                  </a:cubicBezTo>
                  <a:cubicBezTo>
                    <a:pt x="10460" y="2489"/>
                    <a:pt x="11027" y="1922"/>
                    <a:pt x="11027" y="1229"/>
                  </a:cubicBezTo>
                  <a:cubicBezTo>
                    <a:pt x="10995" y="536"/>
                    <a:pt x="10460" y="0"/>
                    <a:pt x="97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230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1D7A7918-D486-1D3D-03EF-16C90D98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6EB0D298-E5D0-2C5F-82C2-B1A7028E2C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2418826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rgbClr val="444242"/>
                </a:solidFill>
                <a:effectLst/>
                <a:latin typeface="Barlow" panose="00000500000000000000" pitchFamily="2" charset="0"/>
              </a:rPr>
              <a:t>Result</a:t>
            </a:r>
            <a:endParaRPr/>
          </a:p>
        </p:txBody>
      </p:sp>
      <p:sp>
        <p:nvSpPr>
          <p:cNvPr id="1645" name="Google Shape;1645;p35">
            <a:extLst>
              <a:ext uri="{FF2B5EF4-FFF2-40B4-BE49-F238E27FC236}">
                <a16:creationId xmlns:a16="http://schemas.microsoft.com/office/drawing/2014/main" id="{DD85F3E9-3005-4EEB-40CC-733C63DEFA0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459400" y="1813125"/>
            <a:ext cx="22251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A39C69BA-F982-D432-1228-80DAD9EC24B3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2413F636-A31C-6D99-5D5E-A64A660D0A6C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91556715-C5B6-1751-C32E-8CA2DF90DD84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958BC467-1E48-10A1-28BE-610E5AD7AF3A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06817FC7-2A10-C1BE-B369-962BF650EA6A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0C99262A-4CBC-25E6-3A1B-47DB26936FDB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6D651966-51A3-75F8-1325-3C7B8C5A0DC2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072255F3-BE5D-CC3B-A960-B62900F347D8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615B25A9-BB39-55A0-F49F-89F1ACA12B3C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C7E0300E-CDE3-19F2-5229-F37C88BBE3E1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C343EEC4-3E67-F6BD-16F4-6AA073D1C8FC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8EFB1B60-1569-2C48-783D-B10ADAD4AA54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9F1CA8BE-1EFA-E224-FFC9-66F004D8BEA8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2A331762-47A0-4257-CB38-59CE5D8A4D70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F0E780DD-5CFC-3D7E-3F44-A159F8CA3BB9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547E3EC7-AF07-1EC6-B96D-82286E180AD3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B37E47C3-6F21-2CB6-E55A-F6C01510B222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ACB19A28-45CB-CB78-636D-F18F4212F0A8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C816E6C1-C0F9-FDB5-ED96-71669F7091C2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9B873369-3DCD-EFA4-03C2-37DA600DFD8D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BD2E8AB6-9FFC-C9D9-0E4C-C2C4A696CA96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1E23441F-C9C3-C98F-D5E6-1B2EB002D1B3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993EBEF7-66CD-EE4E-3090-B1F2DBEA42CD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8FEA6E4A-2DC5-F756-5E63-261D744E6A5C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C03F8513-19F9-782A-DE0B-7C4EDEB4A406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A9187E04-1DC5-838B-55F0-70F201B7A777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8058BDCE-0452-C680-3D14-BA4D2F431DD4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AC327389-6C7B-269E-FC08-F4950A1A4DF5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72CB7FA4-D8A9-ABC2-AAAB-D771D5D10D06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73C64245-03B4-B1C5-9520-5B739358DB95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25137D7D-D664-3E4E-DEB5-AA294A7DFE7F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FC38747B-1C13-5049-A8C2-1B3780723F5B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93D495A1-0EB3-68ED-A8F6-1F3C49E60110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729F9362-F192-2F63-CC16-87B64BDFAB13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4B2E090F-5F6E-12B2-4A41-383D608C3502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E5ECE996-6F58-9BCA-48F7-15472437F328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1CC96432-FC35-3A4D-AF41-4F2B837343B3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4401DEF5-D2B7-3796-81AB-BCAAC3F2E4DC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ED551844-C195-7B69-09D0-0D6575BF6DF4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9AA047EF-8886-A018-7DB4-1318434C9413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1B2B092B-EC19-3F4C-F335-0DAE6164B774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F2FB3144-997B-6B85-3A92-3EA2E41DB13D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1E802CBF-1709-52AE-6015-B0D1A9259FD9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D535F8B4-DE0D-7FF0-7F3A-821038D4BC14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408432EF-CD0F-FE55-B9A1-F9D5525438EE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56127666-A76D-0B73-42F4-FC5D1AA7A0A8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9D9F9B11-0FB9-9815-938D-F533E9B11F34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A94180F6-A6B6-1863-D7CB-BAEEF854F37D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0A781CB9-CA06-5984-B41D-5AD117198BFE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5130A563-90EC-C2B8-EDBD-9994CBB75B46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F60A5294-538A-803A-82AD-BFA81072FD8B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DA354EB0-51CD-88C2-3754-A6E9D8ED82AF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B2566B22-34E6-654E-DBA6-53B2D5107A08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BFCD4E36-3AB4-D1DA-F0A6-163A14679023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B31ED235-2E9D-D560-2E52-E076ED99E866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688C352F-E1A6-D888-066F-42F8D96AC399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A9D0D2A3-4AB4-32F7-49D7-250884751CD4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397D7DE3-1F2D-F5B6-1B81-45AC42AE5A6B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B5EF6D57-7631-9371-183B-F9CBECA9E723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A1543008-1BE8-BBB9-F2BC-3CED21F88A12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E324F546-37D8-EBC7-056C-6D02B8FBE0A0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6F2386B6-A653-5A0A-4E00-EEE9EAC83CCF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A6A32D19-5A17-640D-78B3-13BB7BC3A4BD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27585689-EDE3-DC9C-7BFC-7B8EACAFE2F8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47055BCF-4704-9626-EB2D-66B0F5644C03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7943D6D4-1950-8029-83B5-A2955E1CA82D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68C5D438-F0BD-7997-E835-F92ECDFAEEB7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359CA388-6CA8-1AFB-7661-3BE0C50C44CE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29BD3B80-C9F2-3F00-10D9-0B2C0DADC9CC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98EAFAD7-7015-E7B5-72C8-F7C86AF39157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38161BE5-7498-5A95-7E8B-4623A9AEF8A5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092AD520-875B-350B-99EE-651E03C52754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67D64FD9-58E3-EB65-E217-DBD3E2D87BF6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2B373AFE-8856-76D1-8F8C-E31EA0050405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1D74CA76-C285-1AB9-3AB4-279CBFAAB89E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7D08E1FA-0F32-4EF3-B8AC-35B57C6FCFA2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4F6555A5-049A-2282-1375-3A645308A2CA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056746A1-1375-C836-993D-057E3170ED3C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5ABC7185-9045-6594-77DF-21126A7CCC21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EB9D4768-5E54-CBD0-1338-C593E6492337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24D07CA6-D9C1-347C-F22E-F09F2E221CBE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1C57CC95-CEFB-861C-C673-15F7CE7E168A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58E1E5B0-E732-2F19-D694-ABA99E9A3E12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03230BFA-3441-D9FD-B124-368DC4C0C8E4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F21092FC-BA54-7538-E65F-EF9B249903C3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4DB60386-7CDE-BC02-6565-8F3D25168A0A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1C30D483-BFD3-3997-5441-A520A0008814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524B9FE7-1D60-D45A-ED19-06A25938AD5E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2FFEAA13-6F28-CBF7-FF24-30DBF857FC04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186FCE76-1591-0EAC-C80B-9B75A811596D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6F92C977-3090-A8E7-6085-D2F40F324F32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B83B3EFD-FF47-3F77-73FE-FC1E0618D4E2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EDF40A03-DEEF-8BD6-0153-CC51CDE8EA7A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583E050C-9EF2-7DDE-AFB5-16A6DDBA92EB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9B0E79BC-80E0-A41D-A8BC-AF53FCBFA147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5B24A61E-9430-F824-CE5A-94E2370F39A6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4BBFAB56-1584-7799-D45E-F88D9EF32D72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5519A10C-6563-83E5-D3B2-269A3C0E07CA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88670DA6-931D-3C4B-2CBA-D98B9E9D60E0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B854BA02-9164-8A14-0103-67769D7D193A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D3313FD3-2ED5-14ED-7CA1-809AC4602D37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95936425-336A-56AF-06A1-95F20C9B2821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084ED10F-3F34-B72E-F96B-F6ADF5470211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2A86677D-7383-6E06-8E6E-AC7077F324E4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889B5CE9-60A0-B876-E558-0F4CD548A8E3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F9730FE3-EF1F-CEB4-2A28-8EB75905DD19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73CE2D10-5158-9130-D1FA-1CAB32A842CC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39A540-8398-A536-04A4-5BCFFF3D0AC8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  <p:extLst>
      <p:ext uri="{BB962C8B-B14F-4D97-AF65-F5344CB8AC3E}">
        <p14:creationId xmlns:p14="http://schemas.microsoft.com/office/powerpoint/2010/main" val="1405692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>
          <a:extLst>
            <a:ext uri="{FF2B5EF4-FFF2-40B4-BE49-F238E27FC236}">
              <a16:creationId xmlns:a16="http://schemas.microsoft.com/office/drawing/2014/main" id="{29CE9C5F-2246-AA3D-73EE-09166636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47">
            <a:extLst>
              <a:ext uri="{FF2B5EF4-FFF2-40B4-BE49-F238E27FC236}">
                <a16:creationId xmlns:a16="http://schemas.microsoft.com/office/drawing/2014/main" id="{BDB14BB4-34F7-05EC-520B-F1382B871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34521" y="908583"/>
            <a:ext cx="3726676" cy="7395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/>
              <a:t>Kết quả Thực nghiệm</a:t>
            </a:r>
            <a:br>
              <a:rPr lang="en-GB"/>
            </a:br>
            <a:endParaRPr lang="en-GB"/>
          </a:p>
        </p:txBody>
      </p:sp>
      <p:sp>
        <p:nvSpPr>
          <p:cNvPr id="1994" name="Google Shape;1994;p47">
            <a:extLst>
              <a:ext uri="{FF2B5EF4-FFF2-40B4-BE49-F238E27FC236}">
                <a16:creationId xmlns:a16="http://schemas.microsoft.com/office/drawing/2014/main" id="{BCF7B0A3-F249-3C34-918F-A5EE87C143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34521" y="1559252"/>
            <a:ext cx="3091676" cy="27420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b="1"/>
              <a:t>PatchTST + </a:t>
            </a:r>
            <a:r>
              <a:rPr lang="en-US" b="1"/>
              <a:t>Post-Processing + </a:t>
            </a:r>
            <a:r>
              <a:rPr lang="vi-VN" b="1"/>
              <a:t>Smooth 20% </a:t>
            </a:r>
            <a:r>
              <a:rPr lang="vi-VN"/>
              <a:t>cho kết quả tốt nhất, vượt trội rõ rệt so với mọi mô hình khác</a:t>
            </a:r>
            <a:r>
              <a:rPr lang="en-US"/>
              <a:t> do cải thiện đúng vào điểm khó của bài toán tuy không ổn định.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b="1"/>
              <a:t>Linear models (NLinear, DLinear, Elastic Net…) </a:t>
            </a:r>
            <a:r>
              <a:rPr lang="en-US"/>
              <a:t>cũng đạt hiệu suất tốt khi hậu xử lý dữ liệu</a:t>
            </a:r>
            <a:r>
              <a:rPr lang="vi-VN"/>
              <a:t>; NLinear + Lasso là ổn nhất trong nhóm tuyến tính.</a:t>
            </a:r>
            <a:endParaRPr lang="en-US"/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/>
              <a:t>Rolling Elastic Net </a:t>
            </a:r>
            <a:r>
              <a:rPr lang="en-US"/>
              <a:t>cho kết quả rất tốt là 52.93. Do học được Xu hướng Down-trend từ dữ liệu gần nhất.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AA550B-DE6E-6CA9-1CE3-A1E5F9DCCE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2803" y="1308085"/>
            <a:ext cx="4264175" cy="252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28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6D438-4DFC-9761-3585-2ADD0BA1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7899" y="1024502"/>
            <a:ext cx="3444751" cy="633300"/>
          </a:xfrm>
        </p:spPr>
        <p:txBody>
          <a:bodyPr/>
          <a:lstStyle/>
          <a:p>
            <a:r>
              <a:rPr lang="en-GB" dirty="0" err="1"/>
              <a:t>Streamlit</a:t>
            </a:r>
            <a:r>
              <a:rPr lang="en-GB" dirty="0"/>
              <a:t> UI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E0BEC-4ECE-17B5-FFBB-A60A8C120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8198" y="1713450"/>
            <a:ext cx="3660651" cy="2274350"/>
          </a:xfrm>
        </p:spPr>
        <p:txBody>
          <a:bodyPr/>
          <a:lstStyle/>
          <a:p>
            <a:pPr marL="152400" indent="0" algn="just"/>
            <a:r>
              <a:rPr lang="vi-VN" b="1"/>
              <a:t>Tổng quan về Hệ thống UI</a:t>
            </a:r>
            <a:endParaRPr lang="en-US" b="1"/>
          </a:p>
          <a:p>
            <a:pPr marL="152400" indent="0" algn="just"/>
            <a:r>
              <a:rPr lang="vi-VN"/>
              <a:t>Hệ thống UI được thiết kế với hai chế độ hoạt động chính: Realtime API và Upload CSV → API.</a:t>
            </a:r>
            <a:endParaRPr lang="en-US"/>
          </a:p>
          <a:p>
            <a:pPr marL="344488" indent="-192088" algn="just">
              <a:buFont typeface="Arial" panose="020B0604020202020204" pitchFamily="34" charset="0"/>
              <a:buChar char="•"/>
            </a:pPr>
            <a:r>
              <a:rPr lang="vi-VN"/>
              <a:t>Chế độ Realtime API cho phép người dùng lấy dữ liệu mới nhất từ internet (thông qua vnstock) và tự động dự đoán giá cổ phiếu FPT</a:t>
            </a:r>
            <a:endParaRPr lang="en-US"/>
          </a:p>
          <a:p>
            <a:pPr marL="344488" indent="-192088" algn="just">
              <a:buFont typeface="Arial" panose="020B0604020202020204" pitchFamily="34" charset="0"/>
              <a:buChar char="•"/>
            </a:pPr>
            <a:r>
              <a:rPr lang="vi-VN"/>
              <a:t>Chế độ Upload CSV → API cho phép người dùng tải lên file CSV chứa dữ liệu lịch sử OHLCV (Open, High, Low, Close, Volume) và dự đoán dựa trên dữ liệu này</a:t>
            </a:r>
            <a:endParaRPr lang="vi-V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602A83C-E0A3-C29C-EA27-8FEA96595FC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203" b="203"/>
          <a:stretch/>
        </p:blipFill>
        <p:spPr>
          <a:xfrm>
            <a:off x="563556" y="1538705"/>
            <a:ext cx="4354642" cy="2066089"/>
          </a:xfrm>
        </p:spPr>
      </p:pic>
    </p:spTree>
    <p:extLst>
      <p:ext uri="{BB962C8B-B14F-4D97-AF65-F5344CB8AC3E}">
        <p14:creationId xmlns:p14="http://schemas.microsoft.com/office/powerpoint/2010/main" val="1263587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E08E0712-A38E-6F59-3AAB-58D2FB18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4340D571-C4CC-DB7C-35CC-3A2A40775A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2418826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242"/>
                </a:solidFill>
                <a:latin typeface="Barlow" panose="00000500000000000000" pitchFamily="2" charset="0"/>
              </a:rPr>
              <a:t>LIVE DEMO APP</a:t>
            </a:r>
            <a:endParaRPr/>
          </a:p>
        </p:txBody>
      </p:sp>
      <p:sp>
        <p:nvSpPr>
          <p:cNvPr id="1645" name="Google Shape;1645;p35">
            <a:extLst>
              <a:ext uri="{FF2B5EF4-FFF2-40B4-BE49-F238E27FC236}">
                <a16:creationId xmlns:a16="http://schemas.microsoft.com/office/drawing/2014/main" id="{29612FCB-BBD8-D005-20F0-C7D8BD15B1B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459400" y="1813125"/>
            <a:ext cx="22251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6082ABE5-4946-77AA-3516-15E14F8EB5AA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1E87CE3C-4FA4-E518-E7F0-45967827F4E3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24376B3E-BF19-0910-1783-4C40CBB1DF84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E2A4392A-9E74-DCFD-A774-CD0CAB1EFC8A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76536286-0363-8932-74FD-E4257990DC31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FBC3905F-D009-7817-4806-8DE710EF7A78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041028A2-29B4-4920-0FB9-1D4F50803118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E2F547EF-9BC7-4615-9817-F403FE811BD8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373752FF-89AE-07FF-3715-092DDC5B93C4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CAC62B54-869A-9D58-8E30-3816DECCC3B6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0B6EDEFE-EABA-CC28-860D-03FFD0599DEB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12E41D80-06D1-D3DC-1CE4-66048BDFCD38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A0D1A2CB-59F5-7D42-DF83-FA8E38B2B02E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8F8ED7F2-5432-33B5-AC35-A3F0613AAD34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820F76A3-AD12-4564-1EF9-5C37B088EDBC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CA6B3609-19D9-E47E-4EF3-95770F967370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4295B2AE-A3A7-10E0-B6AF-E4F5BA16C714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59EB055D-A8E0-02A5-DF8B-AFFF60CE9110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0FE5567D-C85A-CD82-49C3-F64CD797ABCE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01E93C31-B7CF-39B2-D8FD-B323C1E3A5A1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ED6D340C-3966-5427-45FD-81A27E5B6ABF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9A18B9B1-DC00-885F-535A-28785C465EC8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9093D1C3-E0C1-8CC7-77D1-9494DB9C7F28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F66984C9-4913-4111-AD78-D244B8071418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6C625072-BFAB-E450-1BF2-C95FF2F04D67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CDE1D7AC-7141-96DC-51F5-7DA52F18DDAD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B6AD1B5B-3F8B-7AE5-9081-F19FC513B1F7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46492080-3692-2D50-A5FD-F0A535B8AB40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7B01C5CC-078E-191D-37F3-7E08FE741732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D4F11824-93A4-A47E-0319-F4BBD1A84296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F617918D-19FF-A229-F15D-610C5A01C5A6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B27AAA13-FEAE-6FA3-2111-C52A60D2F93C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7E2B0F58-4575-E0AB-A060-3D199CFD914C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E9062A98-76AD-75A0-4222-DA2F00524C0C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4AE6CAC3-2FFB-D442-68DA-A1171653C93B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27A914C7-DF59-35C9-958B-6151778AEC59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655CF131-93EB-7C5A-EAFA-78FBC2EE5C71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040DF05A-8853-35F0-7BDC-612D94AD453A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58434C18-CC2E-4F0B-E7B6-484AA9FCB174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714B2DC5-D468-0131-6FCF-21B48BCB0F3A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F4F6A29E-9CA5-D17E-E9FA-C2FF5FB95DFA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C36F2428-5F56-AE71-72A1-01F1A358FC34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571BBC06-52DA-E370-2015-772B925A94BC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DE4D76A1-58B2-D33B-4CFA-CC42B04A623E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3D639D57-1D2D-50D8-5629-3BF794658054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C7C64E29-77F4-4894-3029-50D9B93D5307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15A40D51-F636-B7CE-C430-15DA21A68E1C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1EFED95A-6BA7-3580-DAD9-E04474B98386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92D3D3BE-6403-6399-600B-A1A4B7040ACA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BE5A78B8-2881-3CED-A75A-575972DC1BD2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6BF71A67-D9BD-76DE-262B-3F02A000CB88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C9412734-F36A-79C9-107F-818332B78C7D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326F5CB4-6B28-F562-6753-0C670B6ABFC3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C6BD39B6-612B-DEE4-E548-A8E6331B0F04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610DDCF2-592D-93E5-BC26-6964412FD174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EE63B293-A284-4763-5A40-D7BC5AEFBBAE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366E91ED-64D6-52B5-3506-B098BA3DB4CA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C1296DFB-9D60-A80D-284A-841856ED3346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0AA704FE-5DF4-D086-6978-A9D194906593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FA32981D-2429-F2C9-0627-039921B91CDA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B3C22FC8-B5A0-8012-96D5-D354EBDC069B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8D9F61E9-B869-C8F8-33C6-3144DB0B40EE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037801FA-C08F-4119-5220-84F46C779CDE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29DA72D9-2390-EEC4-4DF8-57822B96E7A5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9C35A74B-1862-125E-7462-4C33055E4710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A194D921-74AA-CA96-CF30-B4D17003A32A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EDB20944-C900-7008-9CE6-B25D2B94C886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306EE6B4-9F84-36FF-3F21-528335A77DF7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8999C03B-90C2-A729-3337-AEC1EF2B8ACE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B7DDBEEE-7004-4829-664A-6986C27A09BD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C5F3454F-402D-8256-8714-969815D88702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653D30F3-444A-593E-FDD4-40B46FDE5D2A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D44AF4F6-E59E-57EE-0E1D-40A4C07CD9D4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675E9CBE-493B-58CD-2694-E02E03BF73BA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058F9EA6-2B47-3A2E-06D5-D1D8308A7769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0871E820-5290-82CC-76EE-12B24CF586D5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88D41D1B-DE13-251A-C470-05E08DAC7611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8AFCC2EA-BB07-E949-499B-5809D7435B2C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B68A2252-21A1-2853-163A-79845B466A6F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B5523BAC-5A21-9420-5F8D-3C0BC5EE2EB5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D9D0AA79-CAC0-3F64-C34E-E8DC8D241A60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43C3D802-6C71-C9F8-C2BB-7E0DEC25DE3C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8FD55C32-1378-1206-B9FD-BFD91F6E90FB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CAC1DE26-15E9-AAA6-E23F-8FDFAACE95F4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F66EDC31-BA23-F2FC-4BA3-0EBBFCF542F0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70C9570B-3963-545D-D978-50F625BC43A8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09885FC0-99F8-2676-83E0-4BBA0E0FE057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0557CE0F-51D8-CF03-8696-B0B8883EC22E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EDB6BECE-A065-3ECD-1B6C-6DE80F551D3C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ADD033BC-CCF0-2D10-08AB-C79F5B7C1084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21D5A0B9-01AD-D3C3-C35F-679BBF12399A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5A70DDB6-9C82-E140-427C-EE665150A800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4AC2C8F3-1377-5E11-8B61-A79A0945C13B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1AB0BE3E-196B-99E4-DDCE-CE556B89E055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33F55761-806E-C770-2DF8-8FED97C53B5D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3943812B-EB16-70EC-1D58-09654E6EC324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661B46AF-5C4B-AE57-EF62-95D5424826E6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A7A5DD52-EC0A-BE73-6025-77FF2CAC178B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C9372BA0-8C96-9920-9B50-FAFEB74809AF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7AEB5EE0-3583-4644-53DB-ABC3D4C33DA4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2C2150D6-0A26-A2C3-5A25-5970347D1542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85D61CEE-855E-0536-4092-4CFCAFA69C31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38210580-971C-20F5-DDA2-F10B3A3D7AA6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8EC25ACE-9A29-60B4-8A0A-05335B9D3C75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BB5E5EB0-EE25-9ECC-50BA-59A67152EA1F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4715F63D-4DFB-5357-1BF5-031BD97AFD5C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82E73BD8-89D3-C165-57CF-973FB3832C90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375250A-3B14-C288-D3B2-FB08915865B4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  <p:extLst>
      <p:ext uri="{BB962C8B-B14F-4D97-AF65-F5344CB8AC3E}">
        <p14:creationId xmlns:p14="http://schemas.microsoft.com/office/powerpoint/2010/main" val="3463120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BE7EFCD0-214D-BF44-BC19-19771F39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5">
            <a:extLst>
              <a:ext uri="{FF2B5EF4-FFF2-40B4-BE49-F238E27FC236}">
                <a16:creationId xmlns:a16="http://schemas.microsoft.com/office/drawing/2014/main" id="{27DD47DD-A91C-920F-2809-A389FA032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4350" y="2418826"/>
            <a:ext cx="66153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242"/>
                </a:solidFill>
                <a:latin typeface="Barlow" panose="00000500000000000000" pitchFamily="2" charset="0"/>
              </a:rPr>
              <a:t>Conlusion</a:t>
            </a:r>
            <a:endParaRPr/>
          </a:p>
        </p:txBody>
      </p:sp>
      <p:sp>
        <p:nvSpPr>
          <p:cNvPr id="1645" name="Google Shape;1645;p35">
            <a:extLst>
              <a:ext uri="{FF2B5EF4-FFF2-40B4-BE49-F238E27FC236}">
                <a16:creationId xmlns:a16="http://schemas.microsoft.com/office/drawing/2014/main" id="{1FFAE576-51E1-0891-5EC8-67873E91F4C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459400" y="1813125"/>
            <a:ext cx="2225100" cy="8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1646" name="Google Shape;1646;p35">
            <a:extLst>
              <a:ext uri="{FF2B5EF4-FFF2-40B4-BE49-F238E27FC236}">
                <a16:creationId xmlns:a16="http://schemas.microsoft.com/office/drawing/2014/main" id="{7EB32EF8-48A7-2762-4D7E-E1349624515F}"/>
              </a:ext>
            </a:extLst>
          </p:cNvPr>
          <p:cNvGrpSpPr/>
          <p:nvPr/>
        </p:nvGrpSpPr>
        <p:grpSpPr>
          <a:xfrm>
            <a:off x="7575865" y="539505"/>
            <a:ext cx="854919" cy="484671"/>
            <a:chOff x="713240" y="4371492"/>
            <a:chExt cx="854919" cy="484671"/>
          </a:xfrm>
        </p:grpSpPr>
        <p:grpSp>
          <p:nvGrpSpPr>
            <p:cNvPr id="1647" name="Google Shape;1647;p35">
              <a:extLst>
                <a:ext uri="{FF2B5EF4-FFF2-40B4-BE49-F238E27FC236}">
                  <a16:creationId xmlns:a16="http://schemas.microsoft.com/office/drawing/2014/main" id="{F68DD425-AD5C-3DD1-9BC8-648E3EB79533}"/>
                </a:ext>
              </a:extLst>
            </p:cNvPr>
            <p:cNvGrpSpPr/>
            <p:nvPr/>
          </p:nvGrpSpPr>
          <p:grpSpPr>
            <a:xfrm>
              <a:off x="713240" y="4775292"/>
              <a:ext cx="854919" cy="80871"/>
              <a:chOff x="1528400" y="4392825"/>
              <a:chExt cx="1959475" cy="185400"/>
            </a:xfrm>
          </p:grpSpPr>
          <p:sp>
            <p:nvSpPr>
              <p:cNvPr id="1648" name="Google Shape;1648;p35">
                <a:extLst>
                  <a:ext uri="{FF2B5EF4-FFF2-40B4-BE49-F238E27FC236}">
                    <a16:creationId xmlns:a16="http://schemas.microsoft.com/office/drawing/2014/main" id="{8D65C24E-FCBF-283F-9CF4-7157E20E0172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49" name="Google Shape;1649;p35">
                <a:extLst>
                  <a:ext uri="{FF2B5EF4-FFF2-40B4-BE49-F238E27FC236}">
                    <a16:creationId xmlns:a16="http://schemas.microsoft.com/office/drawing/2014/main" id="{959D971A-1EB2-9ABB-610A-05748FCB2795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0" name="Google Shape;1650;p35">
                <a:extLst>
                  <a:ext uri="{FF2B5EF4-FFF2-40B4-BE49-F238E27FC236}">
                    <a16:creationId xmlns:a16="http://schemas.microsoft.com/office/drawing/2014/main" id="{1B3E9D8B-4A0E-C229-8D10-DC2BFB5BA6ED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1" name="Google Shape;1651;p35">
                <a:extLst>
                  <a:ext uri="{FF2B5EF4-FFF2-40B4-BE49-F238E27FC236}">
                    <a16:creationId xmlns:a16="http://schemas.microsoft.com/office/drawing/2014/main" id="{808F51F5-EDD1-75AA-63CF-A4DEFDEF9466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2" name="Google Shape;1652;p35">
                <a:extLst>
                  <a:ext uri="{FF2B5EF4-FFF2-40B4-BE49-F238E27FC236}">
                    <a16:creationId xmlns:a16="http://schemas.microsoft.com/office/drawing/2014/main" id="{60D2C6C3-ACD6-5CB2-433F-EAC7DB420818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3" name="Google Shape;1653;p35">
                <a:extLst>
                  <a:ext uri="{FF2B5EF4-FFF2-40B4-BE49-F238E27FC236}">
                    <a16:creationId xmlns:a16="http://schemas.microsoft.com/office/drawing/2014/main" id="{326EAD02-80BC-0DFF-C914-3FEB92E06E29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54" name="Google Shape;1654;p35">
              <a:extLst>
                <a:ext uri="{FF2B5EF4-FFF2-40B4-BE49-F238E27FC236}">
                  <a16:creationId xmlns:a16="http://schemas.microsoft.com/office/drawing/2014/main" id="{3802BCE7-EE99-B661-8F75-38EBCF21C90F}"/>
                </a:ext>
              </a:extLst>
            </p:cNvPr>
            <p:cNvGrpSpPr/>
            <p:nvPr/>
          </p:nvGrpSpPr>
          <p:grpSpPr>
            <a:xfrm>
              <a:off x="713240" y="4573392"/>
              <a:ext cx="854919" cy="80871"/>
              <a:chOff x="1528400" y="4392825"/>
              <a:chExt cx="1959475" cy="185400"/>
            </a:xfrm>
          </p:grpSpPr>
          <p:sp>
            <p:nvSpPr>
              <p:cNvPr id="1655" name="Google Shape;1655;p35">
                <a:extLst>
                  <a:ext uri="{FF2B5EF4-FFF2-40B4-BE49-F238E27FC236}">
                    <a16:creationId xmlns:a16="http://schemas.microsoft.com/office/drawing/2014/main" id="{45137EE3-681F-6981-A2BD-F995E62DBFE9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6" name="Google Shape;1656;p35">
                <a:extLst>
                  <a:ext uri="{FF2B5EF4-FFF2-40B4-BE49-F238E27FC236}">
                    <a16:creationId xmlns:a16="http://schemas.microsoft.com/office/drawing/2014/main" id="{409FFC90-EE44-08FD-1DE5-85EB00D02A21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7" name="Google Shape;1657;p35">
                <a:extLst>
                  <a:ext uri="{FF2B5EF4-FFF2-40B4-BE49-F238E27FC236}">
                    <a16:creationId xmlns:a16="http://schemas.microsoft.com/office/drawing/2014/main" id="{BF05A706-9AB4-6B4F-C910-345D6FE6F4CE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8" name="Google Shape;1658;p35">
                <a:extLst>
                  <a:ext uri="{FF2B5EF4-FFF2-40B4-BE49-F238E27FC236}">
                    <a16:creationId xmlns:a16="http://schemas.microsoft.com/office/drawing/2014/main" id="{42B719DC-9314-1631-8820-FACD97FA0AD0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9" name="Google Shape;1659;p35">
                <a:extLst>
                  <a:ext uri="{FF2B5EF4-FFF2-40B4-BE49-F238E27FC236}">
                    <a16:creationId xmlns:a16="http://schemas.microsoft.com/office/drawing/2014/main" id="{1A35B4B2-47CA-B847-E390-EB11C55095DD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0" name="Google Shape;1660;p35">
                <a:extLst>
                  <a:ext uri="{FF2B5EF4-FFF2-40B4-BE49-F238E27FC236}">
                    <a16:creationId xmlns:a16="http://schemas.microsoft.com/office/drawing/2014/main" id="{62E2E3AC-8DBA-CBEF-A692-45BD533D8378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61" name="Google Shape;1661;p35">
              <a:extLst>
                <a:ext uri="{FF2B5EF4-FFF2-40B4-BE49-F238E27FC236}">
                  <a16:creationId xmlns:a16="http://schemas.microsoft.com/office/drawing/2014/main" id="{35CD2BA7-95CD-E468-01EE-E20CEDDD3591}"/>
                </a:ext>
              </a:extLst>
            </p:cNvPr>
            <p:cNvGrpSpPr/>
            <p:nvPr/>
          </p:nvGrpSpPr>
          <p:grpSpPr>
            <a:xfrm>
              <a:off x="713240" y="4371492"/>
              <a:ext cx="854919" cy="80871"/>
              <a:chOff x="1528400" y="4392825"/>
              <a:chExt cx="1959475" cy="185400"/>
            </a:xfrm>
          </p:grpSpPr>
          <p:sp>
            <p:nvSpPr>
              <p:cNvPr id="1662" name="Google Shape;1662;p35">
                <a:extLst>
                  <a:ext uri="{FF2B5EF4-FFF2-40B4-BE49-F238E27FC236}">
                    <a16:creationId xmlns:a16="http://schemas.microsoft.com/office/drawing/2014/main" id="{66C2345B-998F-BA82-2FE3-A4007AFF9420}"/>
                  </a:ext>
                </a:extLst>
              </p:cNvPr>
              <p:cNvSpPr/>
              <p:nvPr/>
            </p:nvSpPr>
            <p:spPr>
              <a:xfrm>
                <a:off x="152840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3" name="Google Shape;1663;p35">
                <a:extLst>
                  <a:ext uri="{FF2B5EF4-FFF2-40B4-BE49-F238E27FC236}">
                    <a16:creationId xmlns:a16="http://schemas.microsoft.com/office/drawing/2014/main" id="{8C6B86C7-E215-0EF7-9983-344BA2BFBE7A}"/>
                  </a:ext>
                </a:extLst>
              </p:cNvPr>
              <p:cNvSpPr/>
              <p:nvPr/>
            </p:nvSpPr>
            <p:spPr>
              <a:xfrm>
                <a:off x="188321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4" name="Google Shape;1664;p35">
                <a:extLst>
                  <a:ext uri="{FF2B5EF4-FFF2-40B4-BE49-F238E27FC236}">
                    <a16:creationId xmlns:a16="http://schemas.microsoft.com/office/drawing/2014/main" id="{2784C808-BA14-450E-EE81-2458843A780F}"/>
                  </a:ext>
                </a:extLst>
              </p:cNvPr>
              <p:cNvSpPr/>
              <p:nvPr/>
            </p:nvSpPr>
            <p:spPr>
              <a:xfrm>
                <a:off x="223803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5" name="Google Shape;1665;p35">
                <a:extLst>
                  <a:ext uri="{FF2B5EF4-FFF2-40B4-BE49-F238E27FC236}">
                    <a16:creationId xmlns:a16="http://schemas.microsoft.com/office/drawing/2014/main" id="{AECC0E18-4587-039D-EFB2-63B1D0A9C4FD}"/>
                  </a:ext>
                </a:extLst>
              </p:cNvPr>
              <p:cNvSpPr/>
              <p:nvPr/>
            </p:nvSpPr>
            <p:spPr>
              <a:xfrm>
                <a:off x="259284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6" name="Google Shape;1666;p35">
                <a:extLst>
                  <a:ext uri="{FF2B5EF4-FFF2-40B4-BE49-F238E27FC236}">
                    <a16:creationId xmlns:a16="http://schemas.microsoft.com/office/drawing/2014/main" id="{7D0F1690-6052-AFEE-C2D0-D0397FA5BDD1}"/>
                  </a:ext>
                </a:extLst>
              </p:cNvPr>
              <p:cNvSpPr/>
              <p:nvPr/>
            </p:nvSpPr>
            <p:spPr>
              <a:xfrm>
                <a:off x="2947660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7" name="Google Shape;1667;p35">
                <a:extLst>
                  <a:ext uri="{FF2B5EF4-FFF2-40B4-BE49-F238E27FC236}">
                    <a16:creationId xmlns:a16="http://schemas.microsoft.com/office/drawing/2014/main" id="{0F1FCDBE-5529-781B-48D3-7A12848E22BD}"/>
                  </a:ext>
                </a:extLst>
              </p:cNvPr>
              <p:cNvSpPr/>
              <p:nvPr/>
            </p:nvSpPr>
            <p:spPr>
              <a:xfrm>
                <a:off x="3302475" y="4392825"/>
                <a:ext cx="185400" cy="18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668" name="Google Shape;1668;p35">
            <a:extLst>
              <a:ext uri="{FF2B5EF4-FFF2-40B4-BE49-F238E27FC236}">
                <a16:creationId xmlns:a16="http://schemas.microsoft.com/office/drawing/2014/main" id="{A4C4F6F6-646D-A9F5-BC05-4BF2EE91C9E7}"/>
              </a:ext>
            </a:extLst>
          </p:cNvPr>
          <p:cNvGrpSpPr/>
          <p:nvPr/>
        </p:nvGrpSpPr>
        <p:grpSpPr>
          <a:xfrm rot="10800000">
            <a:off x="-302743" y="-1254853"/>
            <a:ext cx="4249916" cy="2447141"/>
            <a:chOff x="5319726" y="23000"/>
            <a:chExt cx="2682689" cy="1544717"/>
          </a:xfrm>
        </p:grpSpPr>
        <p:sp>
          <p:nvSpPr>
            <p:cNvPr id="1669" name="Google Shape;1669;p35">
              <a:extLst>
                <a:ext uri="{FF2B5EF4-FFF2-40B4-BE49-F238E27FC236}">
                  <a16:creationId xmlns:a16="http://schemas.microsoft.com/office/drawing/2014/main" id="{2F8944E1-006F-7705-ECA6-DBDA67710D39}"/>
                </a:ext>
              </a:extLst>
            </p:cNvPr>
            <p:cNvSpPr/>
            <p:nvPr/>
          </p:nvSpPr>
          <p:spPr>
            <a:xfrm>
              <a:off x="6632588" y="230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5">
              <a:extLst>
                <a:ext uri="{FF2B5EF4-FFF2-40B4-BE49-F238E27FC236}">
                  <a16:creationId xmlns:a16="http://schemas.microsoft.com/office/drawing/2014/main" id="{9159BA3F-4353-25A4-5F8E-558A4D722E9B}"/>
                </a:ext>
              </a:extLst>
            </p:cNvPr>
            <p:cNvSpPr/>
            <p:nvPr/>
          </p:nvSpPr>
          <p:spPr>
            <a:xfrm>
              <a:off x="6858013" y="2484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5">
              <a:extLst>
                <a:ext uri="{FF2B5EF4-FFF2-40B4-BE49-F238E27FC236}">
                  <a16:creationId xmlns:a16="http://schemas.microsoft.com/office/drawing/2014/main" id="{86502352-07B1-B54D-E4E5-310EDC943ADB}"/>
                </a:ext>
              </a:extLst>
            </p:cNvPr>
            <p:cNvSpPr/>
            <p:nvPr/>
          </p:nvSpPr>
          <p:spPr>
            <a:xfrm>
              <a:off x="7085026" y="47543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5">
              <a:extLst>
                <a:ext uri="{FF2B5EF4-FFF2-40B4-BE49-F238E27FC236}">
                  <a16:creationId xmlns:a16="http://schemas.microsoft.com/office/drawing/2014/main" id="{B245F3DE-C187-1AC3-D682-2C0E67490E49}"/>
                </a:ext>
              </a:extLst>
            </p:cNvPr>
            <p:cNvSpPr/>
            <p:nvPr/>
          </p:nvSpPr>
          <p:spPr>
            <a:xfrm>
              <a:off x="7310451" y="7024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5">
              <a:extLst>
                <a:ext uri="{FF2B5EF4-FFF2-40B4-BE49-F238E27FC236}">
                  <a16:creationId xmlns:a16="http://schemas.microsoft.com/office/drawing/2014/main" id="{C6018F2A-F152-0B62-F2A9-F7FC767753D8}"/>
                </a:ext>
              </a:extLst>
            </p:cNvPr>
            <p:cNvSpPr/>
            <p:nvPr/>
          </p:nvSpPr>
          <p:spPr>
            <a:xfrm>
              <a:off x="7539051" y="9294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5">
              <a:extLst>
                <a:ext uri="{FF2B5EF4-FFF2-40B4-BE49-F238E27FC236}">
                  <a16:creationId xmlns:a16="http://schemas.microsoft.com/office/drawing/2014/main" id="{3120BFD2-C293-65C3-71BA-413DF2ABDD42}"/>
                </a:ext>
              </a:extLst>
            </p:cNvPr>
            <p:cNvSpPr/>
            <p:nvPr/>
          </p:nvSpPr>
          <p:spPr>
            <a:xfrm>
              <a:off x="7766063" y="11548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5">
              <a:extLst>
                <a:ext uri="{FF2B5EF4-FFF2-40B4-BE49-F238E27FC236}">
                  <a16:creationId xmlns:a16="http://schemas.microsoft.com/office/drawing/2014/main" id="{9CD1705B-77D6-920B-01DC-214247071C33}"/>
                </a:ext>
              </a:extLst>
            </p:cNvPr>
            <p:cNvSpPr/>
            <p:nvPr/>
          </p:nvSpPr>
          <p:spPr>
            <a:xfrm>
              <a:off x="6575438" y="785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5">
              <a:extLst>
                <a:ext uri="{FF2B5EF4-FFF2-40B4-BE49-F238E27FC236}">
                  <a16:creationId xmlns:a16="http://schemas.microsoft.com/office/drawing/2014/main" id="{BDA7051E-02B0-30A3-5597-2DC57BF90BBB}"/>
                </a:ext>
              </a:extLst>
            </p:cNvPr>
            <p:cNvSpPr/>
            <p:nvPr/>
          </p:nvSpPr>
          <p:spPr>
            <a:xfrm>
              <a:off x="6802451" y="30557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5">
              <a:extLst>
                <a:ext uri="{FF2B5EF4-FFF2-40B4-BE49-F238E27FC236}">
                  <a16:creationId xmlns:a16="http://schemas.microsoft.com/office/drawing/2014/main" id="{1E9E74A9-D106-1BA8-9CE2-4296F5247BDD}"/>
                </a:ext>
              </a:extLst>
            </p:cNvPr>
            <p:cNvSpPr/>
            <p:nvPr/>
          </p:nvSpPr>
          <p:spPr>
            <a:xfrm>
              <a:off x="7027876" y="5325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5">
              <a:extLst>
                <a:ext uri="{FF2B5EF4-FFF2-40B4-BE49-F238E27FC236}">
                  <a16:creationId xmlns:a16="http://schemas.microsoft.com/office/drawing/2014/main" id="{B269E070-F453-D56D-D8AC-23977EE0CDF0}"/>
                </a:ext>
              </a:extLst>
            </p:cNvPr>
            <p:cNvSpPr/>
            <p:nvPr/>
          </p:nvSpPr>
          <p:spPr>
            <a:xfrm>
              <a:off x="7254888" y="7596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5">
              <a:extLst>
                <a:ext uri="{FF2B5EF4-FFF2-40B4-BE49-F238E27FC236}">
                  <a16:creationId xmlns:a16="http://schemas.microsoft.com/office/drawing/2014/main" id="{54A5AD14-1D35-06C5-DDDF-DFF9AADA9F3B}"/>
                </a:ext>
              </a:extLst>
            </p:cNvPr>
            <p:cNvSpPr/>
            <p:nvPr/>
          </p:nvSpPr>
          <p:spPr>
            <a:xfrm>
              <a:off x="7480313" y="986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5">
              <a:extLst>
                <a:ext uri="{FF2B5EF4-FFF2-40B4-BE49-F238E27FC236}">
                  <a16:creationId xmlns:a16="http://schemas.microsoft.com/office/drawing/2014/main" id="{9D4A7E4C-9E96-7D71-4E90-7399CA7C3AA5}"/>
                </a:ext>
              </a:extLst>
            </p:cNvPr>
            <p:cNvSpPr/>
            <p:nvPr/>
          </p:nvSpPr>
          <p:spPr>
            <a:xfrm>
              <a:off x="7708913" y="1212038"/>
              <a:ext cx="234791" cy="234791"/>
            </a:xfrm>
            <a:custGeom>
              <a:avLst/>
              <a:gdLst/>
              <a:ahLst/>
              <a:cxnLst/>
              <a:rect l="l" t="t" r="r" b="b"/>
              <a:pathLst>
                <a:path w="116" h="116" extrusionOk="0">
                  <a:moveTo>
                    <a:pt x="114" y="116"/>
                  </a:moveTo>
                  <a:cubicBezTo>
                    <a:pt x="113" y="116"/>
                    <a:pt x="112" y="115"/>
                    <a:pt x="112" y="11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5"/>
                    <a:pt x="116" y="116"/>
                    <a:pt x="114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5">
              <a:extLst>
                <a:ext uri="{FF2B5EF4-FFF2-40B4-BE49-F238E27FC236}">
                  <a16:creationId xmlns:a16="http://schemas.microsoft.com/office/drawing/2014/main" id="{3F7494AD-8672-D502-AE9C-865A9B2D3129}"/>
                </a:ext>
              </a:extLst>
            </p:cNvPr>
            <p:cNvSpPr/>
            <p:nvPr/>
          </p:nvSpPr>
          <p:spPr>
            <a:xfrm>
              <a:off x="6516701" y="13571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5">
              <a:extLst>
                <a:ext uri="{FF2B5EF4-FFF2-40B4-BE49-F238E27FC236}">
                  <a16:creationId xmlns:a16="http://schemas.microsoft.com/office/drawing/2014/main" id="{C9B2D482-137A-31D2-94BE-D83C1AE9EF4A}"/>
                </a:ext>
              </a:extLst>
            </p:cNvPr>
            <p:cNvSpPr/>
            <p:nvPr/>
          </p:nvSpPr>
          <p:spPr>
            <a:xfrm>
              <a:off x="6743713" y="3643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5">
              <a:extLst>
                <a:ext uri="{FF2B5EF4-FFF2-40B4-BE49-F238E27FC236}">
                  <a16:creationId xmlns:a16="http://schemas.microsoft.com/office/drawing/2014/main" id="{558F1C0C-ED67-FC63-314F-0B16D84B7964}"/>
                </a:ext>
              </a:extLst>
            </p:cNvPr>
            <p:cNvSpPr/>
            <p:nvPr/>
          </p:nvSpPr>
          <p:spPr>
            <a:xfrm>
              <a:off x="6972313" y="5897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5">
              <a:extLst>
                <a:ext uri="{FF2B5EF4-FFF2-40B4-BE49-F238E27FC236}">
                  <a16:creationId xmlns:a16="http://schemas.microsoft.com/office/drawing/2014/main" id="{AA00213B-6D19-E044-7D73-3D6569557138}"/>
                </a:ext>
              </a:extLst>
            </p:cNvPr>
            <p:cNvSpPr/>
            <p:nvPr/>
          </p:nvSpPr>
          <p:spPr>
            <a:xfrm>
              <a:off x="7197738" y="8167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5">
              <a:extLst>
                <a:ext uri="{FF2B5EF4-FFF2-40B4-BE49-F238E27FC236}">
                  <a16:creationId xmlns:a16="http://schemas.microsoft.com/office/drawing/2014/main" id="{117FDF5E-3837-6669-C322-5434F621BEA9}"/>
                </a:ext>
              </a:extLst>
            </p:cNvPr>
            <p:cNvSpPr/>
            <p:nvPr/>
          </p:nvSpPr>
          <p:spPr>
            <a:xfrm>
              <a:off x="7424751" y="10421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5">
              <a:extLst>
                <a:ext uri="{FF2B5EF4-FFF2-40B4-BE49-F238E27FC236}">
                  <a16:creationId xmlns:a16="http://schemas.microsoft.com/office/drawing/2014/main" id="{BFCAA322-5E91-577D-4BE5-17837A2CA513}"/>
                </a:ext>
              </a:extLst>
            </p:cNvPr>
            <p:cNvSpPr/>
            <p:nvPr/>
          </p:nvSpPr>
          <p:spPr>
            <a:xfrm>
              <a:off x="7650176" y="12691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5">
              <a:extLst>
                <a:ext uri="{FF2B5EF4-FFF2-40B4-BE49-F238E27FC236}">
                  <a16:creationId xmlns:a16="http://schemas.microsoft.com/office/drawing/2014/main" id="{45E06101-FD1C-3E6F-8219-9AF4163FE9EF}"/>
                </a:ext>
              </a:extLst>
            </p:cNvPr>
            <p:cNvSpPr/>
            <p:nvPr/>
          </p:nvSpPr>
          <p:spPr>
            <a:xfrm>
              <a:off x="6461138" y="1944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5">
              <a:extLst>
                <a:ext uri="{FF2B5EF4-FFF2-40B4-BE49-F238E27FC236}">
                  <a16:creationId xmlns:a16="http://schemas.microsoft.com/office/drawing/2014/main" id="{BE85FE03-6FA4-4F9E-1A44-6E6EFB584501}"/>
                </a:ext>
              </a:extLst>
            </p:cNvPr>
            <p:cNvSpPr/>
            <p:nvPr/>
          </p:nvSpPr>
          <p:spPr>
            <a:xfrm>
              <a:off x="6686563" y="41987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5">
              <a:extLst>
                <a:ext uri="{FF2B5EF4-FFF2-40B4-BE49-F238E27FC236}">
                  <a16:creationId xmlns:a16="http://schemas.microsoft.com/office/drawing/2014/main" id="{B572AD96-45C5-0490-78D0-DE948138AEC5}"/>
                </a:ext>
              </a:extLst>
            </p:cNvPr>
            <p:cNvSpPr/>
            <p:nvPr/>
          </p:nvSpPr>
          <p:spPr>
            <a:xfrm>
              <a:off x="6913576" y="6468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5">
              <a:extLst>
                <a:ext uri="{FF2B5EF4-FFF2-40B4-BE49-F238E27FC236}">
                  <a16:creationId xmlns:a16="http://schemas.microsoft.com/office/drawing/2014/main" id="{E883BE07-7C21-0EF5-3071-1A46EA3024A1}"/>
                </a:ext>
              </a:extLst>
            </p:cNvPr>
            <p:cNvSpPr/>
            <p:nvPr/>
          </p:nvSpPr>
          <p:spPr>
            <a:xfrm>
              <a:off x="7142176" y="872313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5">
              <a:extLst>
                <a:ext uri="{FF2B5EF4-FFF2-40B4-BE49-F238E27FC236}">
                  <a16:creationId xmlns:a16="http://schemas.microsoft.com/office/drawing/2014/main" id="{256F3A3B-4D21-FF99-C365-ACC548602C88}"/>
                </a:ext>
              </a:extLst>
            </p:cNvPr>
            <p:cNvSpPr/>
            <p:nvPr/>
          </p:nvSpPr>
          <p:spPr>
            <a:xfrm>
              <a:off x="7367601" y="11009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5">
              <a:extLst>
                <a:ext uri="{FF2B5EF4-FFF2-40B4-BE49-F238E27FC236}">
                  <a16:creationId xmlns:a16="http://schemas.microsoft.com/office/drawing/2014/main" id="{30B1E7B5-4701-3E6C-2B28-800DBA9A1FC4}"/>
                </a:ext>
              </a:extLst>
            </p:cNvPr>
            <p:cNvSpPr/>
            <p:nvPr/>
          </p:nvSpPr>
          <p:spPr>
            <a:xfrm>
              <a:off x="7594613" y="1327925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5">
              <a:extLst>
                <a:ext uri="{FF2B5EF4-FFF2-40B4-BE49-F238E27FC236}">
                  <a16:creationId xmlns:a16="http://schemas.microsoft.com/office/drawing/2014/main" id="{79653D82-AAB8-D1AB-AB01-FE561A361C51}"/>
                </a:ext>
              </a:extLst>
            </p:cNvPr>
            <p:cNvSpPr/>
            <p:nvPr/>
          </p:nvSpPr>
          <p:spPr>
            <a:xfrm>
              <a:off x="6403988" y="25001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5">
              <a:extLst>
                <a:ext uri="{FF2B5EF4-FFF2-40B4-BE49-F238E27FC236}">
                  <a16:creationId xmlns:a16="http://schemas.microsoft.com/office/drawing/2014/main" id="{3252727C-C090-F65A-9E0D-08B0640395F9}"/>
                </a:ext>
              </a:extLst>
            </p:cNvPr>
            <p:cNvSpPr/>
            <p:nvPr/>
          </p:nvSpPr>
          <p:spPr>
            <a:xfrm>
              <a:off x="6631001" y="4770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5">
              <a:extLst>
                <a:ext uri="{FF2B5EF4-FFF2-40B4-BE49-F238E27FC236}">
                  <a16:creationId xmlns:a16="http://schemas.microsoft.com/office/drawing/2014/main" id="{08EAFE81-CA15-E026-744E-CCFBE2E64A3A}"/>
                </a:ext>
              </a:extLst>
            </p:cNvPr>
            <p:cNvSpPr/>
            <p:nvPr/>
          </p:nvSpPr>
          <p:spPr>
            <a:xfrm>
              <a:off x="6856426" y="7024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5">
              <a:extLst>
                <a:ext uri="{FF2B5EF4-FFF2-40B4-BE49-F238E27FC236}">
                  <a16:creationId xmlns:a16="http://schemas.microsoft.com/office/drawing/2014/main" id="{7F2F8922-AEBF-3481-B1BA-97B0372C5890}"/>
                </a:ext>
              </a:extLst>
            </p:cNvPr>
            <p:cNvSpPr/>
            <p:nvPr/>
          </p:nvSpPr>
          <p:spPr>
            <a:xfrm>
              <a:off x="7083438" y="931050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5">
              <a:extLst>
                <a:ext uri="{FF2B5EF4-FFF2-40B4-BE49-F238E27FC236}">
                  <a16:creationId xmlns:a16="http://schemas.microsoft.com/office/drawing/2014/main" id="{015665C8-A770-A47F-A324-0026B95BAF2D}"/>
                </a:ext>
              </a:extLst>
            </p:cNvPr>
            <p:cNvSpPr/>
            <p:nvPr/>
          </p:nvSpPr>
          <p:spPr>
            <a:xfrm>
              <a:off x="7310451" y="11580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5">
              <a:extLst>
                <a:ext uri="{FF2B5EF4-FFF2-40B4-BE49-F238E27FC236}">
                  <a16:creationId xmlns:a16="http://schemas.microsoft.com/office/drawing/2014/main" id="{1305D867-B7E8-4498-5926-6AAE9A0184DB}"/>
                </a:ext>
              </a:extLst>
            </p:cNvPr>
            <p:cNvSpPr/>
            <p:nvPr/>
          </p:nvSpPr>
          <p:spPr>
            <a:xfrm>
              <a:off x="6346838" y="30716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5">
              <a:extLst>
                <a:ext uri="{FF2B5EF4-FFF2-40B4-BE49-F238E27FC236}">
                  <a16:creationId xmlns:a16="http://schemas.microsoft.com/office/drawing/2014/main" id="{BDCB18D8-5AE0-1B56-10D9-79FFC9FD5BFD}"/>
                </a:ext>
              </a:extLst>
            </p:cNvPr>
            <p:cNvSpPr/>
            <p:nvPr/>
          </p:nvSpPr>
          <p:spPr>
            <a:xfrm>
              <a:off x="6573851" y="5325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5">
              <a:extLst>
                <a:ext uri="{FF2B5EF4-FFF2-40B4-BE49-F238E27FC236}">
                  <a16:creationId xmlns:a16="http://schemas.microsoft.com/office/drawing/2014/main" id="{C76ECA21-D22A-ECF7-E326-E4AEF800CBAD}"/>
                </a:ext>
              </a:extLst>
            </p:cNvPr>
            <p:cNvSpPr/>
            <p:nvPr/>
          </p:nvSpPr>
          <p:spPr>
            <a:xfrm>
              <a:off x="6800863" y="761188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5">
              <a:extLst>
                <a:ext uri="{FF2B5EF4-FFF2-40B4-BE49-F238E27FC236}">
                  <a16:creationId xmlns:a16="http://schemas.microsoft.com/office/drawing/2014/main" id="{CF21B2A4-0D3A-E9B7-7E71-8D75250733D3}"/>
                </a:ext>
              </a:extLst>
            </p:cNvPr>
            <p:cNvSpPr/>
            <p:nvPr/>
          </p:nvSpPr>
          <p:spPr>
            <a:xfrm>
              <a:off x="7026288" y="9882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5">
              <a:extLst>
                <a:ext uri="{FF2B5EF4-FFF2-40B4-BE49-F238E27FC236}">
                  <a16:creationId xmlns:a16="http://schemas.microsoft.com/office/drawing/2014/main" id="{8C68D3B1-1887-5D86-F9D3-C7AF816065C2}"/>
                </a:ext>
              </a:extLst>
            </p:cNvPr>
            <p:cNvSpPr/>
            <p:nvPr/>
          </p:nvSpPr>
          <p:spPr>
            <a:xfrm>
              <a:off x="7253301" y="1213625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5">
              <a:extLst>
                <a:ext uri="{FF2B5EF4-FFF2-40B4-BE49-F238E27FC236}">
                  <a16:creationId xmlns:a16="http://schemas.microsoft.com/office/drawing/2014/main" id="{6C556889-6063-F9C8-0944-E85C575B5439}"/>
                </a:ext>
              </a:extLst>
            </p:cNvPr>
            <p:cNvSpPr/>
            <p:nvPr/>
          </p:nvSpPr>
          <p:spPr>
            <a:xfrm>
              <a:off x="6289688" y="364313"/>
              <a:ext cx="234958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5">
              <a:extLst>
                <a:ext uri="{FF2B5EF4-FFF2-40B4-BE49-F238E27FC236}">
                  <a16:creationId xmlns:a16="http://schemas.microsoft.com/office/drawing/2014/main" id="{A4EF4ECF-7AB6-5E54-A375-C7EA625BCDD9}"/>
                </a:ext>
              </a:extLst>
            </p:cNvPr>
            <p:cNvSpPr/>
            <p:nvPr/>
          </p:nvSpPr>
          <p:spPr>
            <a:xfrm>
              <a:off x="6515113" y="5913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5">
              <a:extLst>
                <a:ext uri="{FF2B5EF4-FFF2-40B4-BE49-F238E27FC236}">
                  <a16:creationId xmlns:a16="http://schemas.microsoft.com/office/drawing/2014/main" id="{FF91EA8D-BEAC-842C-260B-AAE971D0FEA4}"/>
                </a:ext>
              </a:extLst>
            </p:cNvPr>
            <p:cNvSpPr/>
            <p:nvPr/>
          </p:nvSpPr>
          <p:spPr>
            <a:xfrm>
              <a:off x="6743713" y="8183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5">
              <a:extLst>
                <a:ext uri="{FF2B5EF4-FFF2-40B4-BE49-F238E27FC236}">
                  <a16:creationId xmlns:a16="http://schemas.microsoft.com/office/drawing/2014/main" id="{1C04D400-C887-5C1B-7C78-435D2DE58F34}"/>
                </a:ext>
              </a:extLst>
            </p:cNvPr>
            <p:cNvSpPr/>
            <p:nvPr/>
          </p:nvSpPr>
          <p:spPr>
            <a:xfrm>
              <a:off x="6969138" y="10437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5">
              <a:extLst>
                <a:ext uri="{FF2B5EF4-FFF2-40B4-BE49-F238E27FC236}">
                  <a16:creationId xmlns:a16="http://schemas.microsoft.com/office/drawing/2014/main" id="{EF2BD243-BB0A-99F8-B6C2-101BEA071639}"/>
                </a:ext>
              </a:extLst>
            </p:cNvPr>
            <p:cNvSpPr/>
            <p:nvPr/>
          </p:nvSpPr>
          <p:spPr>
            <a:xfrm>
              <a:off x="7196151" y="12707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5">
              <a:extLst>
                <a:ext uri="{FF2B5EF4-FFF2-40B4-BE49-F238E27FC236}">
                  <a16:creationId xmlns:a16="http://schemas.microsoft.com/office/drawing/2014/main" id="{668B28FE-48F6-5C01-348F-E28E584AB481}"/>
                </a:ext>
              </a:extLst>
            </p:cNvPr>
            <p:cNvSpPr/>
            <p:nvPr/>
          </p:nvSpPr>
          <p:spPr>
            <a:xfrm>
              <a:off x="6232538" y="4214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5">
              <a:extLst>
                <a:ext uri="{FF2B5EF4-FFF2-40B4-BE49-F238E27FC236}">
                  <a16:creationId xmlns:a16="http://schemas.microsoft.com/office/drawing/2014/main" id="{E9EAC11F-68E7-DFF4-05FB-759B95FC1E60}"/>
                </a:ext>
              </a:extLst>
            </p:cNvPr>
            <p:cNvSpPr/>
            <p:nvPr/>
          </p:nvSpPr>
          <p:spPr>
            <a:xfrm>
              <a:off x="6457963" y="6484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5">
              <a:extLst>
                <a:ext uri="{FF2B5EF4-FFF2-40B4-BE49-F238E27FC236}">
                  <a16:creationId xmlns:a16="http://schemas.microsoft.com/office/drawing/2014/main" id="{F601BBFA-5AAE-A94C-E7A6-83852BB7271F}"/>
                </a:ext>
              </a:extLst>
            </p:cNvPr>
            <p:cNvSpPr/>
            <p:nvPr/>
          </p:nvSpPr>
          <p:spPr>
            <a:xfrm>
              <a:off x="6684976" y="875488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5">
              <a:extLst>
                <a:ext uri="{FF2B5EF4-FFF2-40B4-BE49-F238E27FC236}">
                  <a16:creationId xmlns:a16="http://schemas.microsoft.com/office/drawing/2014/main" id="{CD4F93D2-7CDF-CF04-9440-8BAC7D56C813}"/>
                </a:ext>
              </a:extLst>
            </p:cNvPr>
            <p:cNvSpPr/>
            <p:nvPr/>
          </p:nvSpPr>
          <p:spPr>
            <a:xfrm>
              <a:off x="6913576" y="11009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5">
              <a:extLst>
                <a:ext uri="{FF2B5EF4-FFF2-40B4-BE49-F238E27FC236}">
                  <a16:creationId xmlns:a16="http://schemas.microsoft.com/office/drawing/2014/main" id="{7C9F656A-D303-06C9-38C9-B0D672DDACF2}"/>
                </a:ext>
              </a:extLst>
            </p:cNvPr>
            <p:cNvSpPr/>
            <p:nvPr/>
          </p:nvSpPr>
          <p:spPr>
            <a:xfrm>
              <a:off x="7139001" y="13295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5">
              <a:extLst>
                <a:ext uri="{FF2B5EF4-FFF2-40B4-BE49-F238E27FC236}">
                  <a16:creationId xmlns:a16="http://schemas.microsoft.com/office/drawing/2014/main" id="{F36EF0E8-E2D7-2B9C-B9C0-C7895EE15E91}"/>
                </a:ext>
              </a:extLst>
            </p:cNvPr>
            <p:cNvSpPr/>
            <p:nvPr/>
          </p:nvSpPr>
          <p:spPr>
            <a:xfrm>
              <a:off x="6175388" y="4786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5">
              <a:extLst>
                <a:ext uri="{FF2B5EF4-FFF2-40B4-BE49-F238E27FC236}">
                  <a16:creationId xmlns:a16="http://schemas.microsoft.com/office/drawing/2014/main" id="{D0AE5F6C-0238-9DBD-5F18-C1DCE4613352}"/>
                </a:ext>
              </a:extLst>
            </p:cNvPr>
            <p:cNvSpPr/>
            <p:nvPr/>
          </p:nvSpPr>
          <p:spPr>
            <a:xfrm>
              <a:off x="6402401" y="7056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5">
              <a:extLst>
                <a:ext uri="{FF2B5EF4-FFF2-40B4-BE49-F238E27FC236}">
                  <a16:creationId xmlns:a16="http://schemas.microsoft.com/office/drawing/2014/main" id="{23016E10-FD98-C6CF-3EE9-AE9D27C192C8}"/>
                </a:ext>
              </a:extLst>
            </p:cNvPr>
            <p:cNvSpPr/>
            <p:nvPr/>
          </p:nvSpPr>
          <p:spPr>
            <a:xfrm>
              <a:off x="6627826" y="93105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5">
              <a:extLst>
                <a:ext uri="{FF2B5EF4-FFF2-40B4-BE49-F238E27FC236}">
                  <a16:creationId xmlns:a16="http://schemas.microsoft.com/office/drawing/2014/main" id="{A37259C3-FA55-9D53-4917-F4D42A7BC223}"/>
                </a:ext>
              </a:extLst>
            </p:cNvPr>
            <p:cNvSpPr/>
            <p:nvPr/>
          </p:nvSpPr>
          <p:spPr>
            <a:xfrm>
              <a:off x="6854838" y="115965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5">
              <a:extLst>
                <a:ext uri="{FF2B5EF4-FFF2-40B4-BE49-F238E27FC236}">
                  <a16:creationId xmlns:a16="http://schemas.microsoft.com/office/drawing/2014/main" id="{C5041AD5-1D0A-03FB-2792-060F43D47E69}"/>
                </a:ext>
              </a:extLst>
            </p:cNvPr>
            <p:cNvSpPr/>
            <p:nvPr/>
          </p:nvSpPr>
          <p:spPr>
            <a:xfrm>
              <a:off x="6119826" y="5357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5">
              <a:extLst>
                <a:ext uri="{FF2B5EF4-FFF2-40B4-BE49-F238E27FC236}">
                  <a16:creationId xmlns:a16="http://schemas.microsoft.com/office/drawing/2014/main" id="{19B8F1CB-08CE-A4C2-66FB-B39232D14C8D}"/>
                </a:ext>
              </a:extLst>
            </p:cNvPr>
            <p:cNvSpPr/>
            <p:nvPr/>
          </p:nvSpPr>
          <p:spPr>
            <a:xfrm>
              <a:off x="6345251" y="7611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5">
              <a:extLst>
                <a:ext uri="{FF2B5EF4-FFF2-40B4-BE49-F238E27FC236}">
                  <a16:creationId xmlns:a16="http://schemas.microsoft.com/office/drawing/2014/main" id="{9814F7CA-A6BA-5C09-71F1-B2775EF25B79}"/>
                </a:ext>
              </a:extLst>
            </p:cNvPr>
            <p:cNvSpPr/>
            <p:nvPr/>
          </p:nvSpPr>
          <p:spPr>
            <a:xfrm>
              <a:off x="6572263" y="9897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5">
              <a:extLst>
                <a:ext uri="{FF2B5EF4-FFF2-40B4-BE49-F238E27FC236}">
                  <a16:creationId xmlns:a16="http://schemas.microsoft.com/office/drawing/2014/main" id="{936EC5DB-FA13-E64F-A0B7-C1AE8E3D83B9}"/>
                </a:ext>
              </a:extLst>
            </p:cNvPr>
            <p:cNvSpPr/>
            <p:nvPr/>
          </p:nvSpPr>
          <p:spPr>
            <a:xfrm>
              <a:off x="6797688" y="1216800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5">
              <a:extLst>
                <a:ext uri="{FF2B5EF4-FFF2-40B4-BE49-F238E27FC236}">
                  <a16:creationId xmlns:a16="http://schemas.microsoft.com/office/drawing/2014/main" id="{8F4F420E-DC16-40B8-A13D-C7EA00E90483}"/>
                </a:ext>
              </a:extLst>
            </p:cNvPr>
            <p:cNvSpPr/>
            <p:nvPr/>
          </p:nvSpPr>
          <p:spPr>
            <a:xfrm>
              <a:off x="6061088" y="5913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5">
              <a:extLst>
                <a:ext uri="{FF2B5EF4-FFF2-40B4-BE49-F238E27FC236}">
                  <a16:creationId xmlns:a16="http://schemas.microsoft.com/office/drawing/2014/main" id="{EEF969FE-86A0-F628-FF6B-4C164BD2CB87}"/>
                </a:ext>
              </a:extLst>
            </p:cNvPr>
            <p:cNvSpPr/>
            <p:nvPr/>
          </p:nvSpPr>
          <p:spPr>
            <a:xfrm>
              <a:off x="6286513" y="819925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7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5">
              <a:extLst>
                <a:ext uri="{FF2B5EF4-FFF2-40B4-BE49-F238E27FC236}">
                  <a16:creationId xmlns:a16="http://schemas.microsoft.com/office/drawing/2014/main" id="{4C290532-8522-DA81-1FA6-D26DF98E7942}"/>
                </a:ext>
              </a:extLst>
            </p:cNvPr>
            <p:cNvSpPr/>
            <p:nvPr/>
          </p:nvSpPr>
          <p:spPr>
            <a:xfrm>
              <a:off x="6515113" y="10469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5">
              <a:extLst>
                <a:ext uri="{FF2B5EF4-FFF2-40B4-BE49-F238E27FC236}">
                  <a16:creationId xmlns:a16="http://schemas.microsoft.com/office/drawing/2014/main" id="{892063F6-D692-AD9C-E87C-D33B499D924E}"/>
                </a:ext>
              </a:extLst>
            </p:cNvPr>
            <p:cNvSpPr/>
            <p:nvPr/>
          </p:nvSpPr>
          <p:spPr>
            <a:xfrm>
              <a:off x="6742126" y="1272363"/>
              <a:ext cx="234958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5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5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5">
              <a:extLst>
                <a:ext uri="{FF2B5EF4-FFF2-40B4-BE49-F238E27FC236}">
                  <a16:creationId xmlns:a16="http://schemas.microsoft.com/office/drawing/2014/main" id="{8EA33E40-30FB-99E3-9A18-C80BFBF4050D}"/>
                </a:ext>
              </a:extLst>
            </p:cNvPr>
            <p:cNvSpPr/>
            <p:nvPr/>
          </p:nvSpPr>
          <p:spPr>
            <a:xfrm>
              <a:off x="6003938" y="650063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5">
              <a:extLst>
                <a:ext uri="{FF2B5EF4-FFF2-40B4-BE49-F238E27FC236}">
                  <a16:creationId xmlns:a16="http://schemas.microsoft.com/office/drawing/2014/main" id="{A07B958F-643B-C0E3-7F1B-B49CD323782A}"/>
                </a:ext>
              </a:extLst>
            </p:cNvPr>
            <p:cNvSpPr/>
            <p:nvPr/>
          </p:nvSpPr>
          <p:spPr>
            <a:xfrm>
              <a:off x="6230951" y="8770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5">
              <a:extLst>
                <a:ext uri="{FF2B5EF4-FFF2-40B4-BE49-F238E27FC236}">
                  <a16:creationId xmlns:a16="http://schemas.microsoft.com/office/drawing/2014/main" id="{C79F762F-C275-7C48-6B9D-B710FD3C37D3}"/>
                </a:ext>
              </a:extLst>
            </p:cNvPr>
            <p:cNvSpPr/>
            <p:nvPr/>
          </p:nvSpPr>
          <p:spPr>
            <a:xfrm>
              <a:off x="6456376" y="11025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5">
              <a:extLst>
                <a:ext uri="{FF2B5EF4-FFF2-40B4-BE49-F238E27FC236}">
                  <a16:creationId xmlns:a16="http://schemas.microsoft.com/office/drawing/2014/main" id="{A7A984B5-E6F2-4D57-C5D2-51EBA107334C}"/>
                </a:ext>
              </a:extLst>
            </p:cNvPr>
            <p:cNvSpPr/>
            <p:nvPr/>
          </p:nvSpPr>
          <p:spPr>
            <a:xfrm>
              <a:off x="6684976" y="1329513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5">
              <a:extLst>
                <a:ext uri="{FF2B5EF4-FFF2-40B4-BE49-F238E27FC236}">
                  <a16:creationId xmlns:a16="http://schemas.microsoft.com/office/drawing/2014/main" id="{18133B58-1C31-533E-11B9-523C387B70C4}"/>
                </a:ext>
              </a:extLst>
            </p:cNvPr>
            <p:cNvSpPr/>
            <p:nvPr/>
          </p:nvSpPr>
          <p:spPr>
            <a:xfrm>
              <a:off x="5948376" y="70721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5">
              <a:extLst>
                <a:ext uri="{FF2B5EF4-FFF2-40B4-BE49-F238E27FC236}">
                  <a16:creationId xmlns:a16="http://schemas.microsoft.com/office/drawing/2014/main" id="{D421499F-3475-43D3-E326-EB2FFC2DC8CE}"/>
                </a:ext>
              </a:extLst>
            </p:cNvPr>
            <p:cNvSpPr/>
            <p:nvPr/>
          </p:nvSpPr>
          <p:spPr>
            <a:xfrm>
              <a:off x="6173801" y="9326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5">
              <a:extLst>
                <a:ext uri="{FF2B5EF4-FFF2-40B4-BE49-F238E27FC236}">
                  <a16:creationId xmlns:a16="http://schemas.microsoft.com/office/drawing/2014/main" id="{BAB940B6-DF16-ADBC-F793-54F3FE7BC2DF}"/>
                </a:ext>
              </a:extLst>
            </p:cNvPr>
            <p:cNvSpPr/>
            <p:nvPr/>
          </p:nvSpPr>
          <p:spPr>
            <a:xfrm>
              <a:off x="6400813" y="1159650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5">
              <a:extLst>
                <a:ext uri="{FF2B5EF4-FFF2-40B4-BE49-F238E27FC236}">
                  <a16:creationId xmlns:a16="http://schemas.microsoft.com/office/drawing/2014/main" id="{D36AD194-4989-1BB1-DCBF-0232305D3B67}"/>
                </a:ext>
              </a:extLst>
            </p:cNvPr>
            <p:cNvSpPr/>
            <p:nvPr/>
          </p:nvSpPr>
          <p:spPr>
            <a:xfrm>
              <a:off x="5891226" y="764363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5">
              <a:extLst>
                <a:ext uri="{FF2B5EF4-FFF2-40B4-BE49-F238E27FC236}">
                  <a16:creationId xmlns:a16="http://schemas.microsoft.com/office/drawing/2014/main" id="{B3C8C6A9-6B00-E94A-FA9B-CEDDD811BD1F}"/>
                </a:ext>
              </a:extLst>
            </p:cNvPr>
            <p:cNvSpPr/>
            <p:nvPr/>
          </p:nvSpPr>
          <p:spPr>
            <a:xfrm>
              <a:off x="6116651" y="98978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5">
              <a:extLst>
                <a:ext uri="{FF2B5EF4-FFF2-40B4-BE49-F238E27FC236}">
                  <a16:creationId xmlns:a16="http://schemas.microsoft.com/office/drawing/2014/main" id="{207E68D1-A562-DD1D-E618-F0AA86C7C361}"/>
                </a:ext>
              </a:extLst>
            </p:cNvPr>
            <p:cNvSpPr/>
            <p:nvPr/>
          </p:nvSpPr>
          <p:spPr>
            <a:xfrm>
              <a:off x="6343663" y="121838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5">
              <a:extLst>
                <a:ext uri="{FF2B5EF4-FFF2-40B4-BE49-F238E27FC236}">
                  <a16:creationId xmlns:a16="http://schemas.microsoft.com/office/drawing/2014/main" id="{41679FBF-DC64-1839-EBBC-642B85108ADA}"/>
                </a:ext>
              </a:extLst>
            </p:cNvPr>
            <p:cNvSpPr/>
            <p:nvPr/>
          </p:nvSpPr>
          <p:spPr>
            <a:xfrm>
              <a:off x="5832488" y="8199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5">
              <a:extLst>
                <a:ext uri="{FF2B5EF4-FFF2-40B4-BE49-F238E27FC236}">
                  <a16:creationId xmlns:a16="http://schemas.microsoft.com/office/drawing/2014/main" id="{A6DB5911-1958-B1AD-D667-AB9AAB276D53}"/>
                </a:ext>
              </a:extLst>
            </p:cNvPr>
            <p:cNvSpPr/>
            <p:nvPr/>
          </p:nvSpPr>
          <p:spPr>
            <a:xfrm>
              <a:off x="6061088" y="1048525"/>
              <a:ext cx="233410" cy="231854"/>
            </a:xfrm>
            <a:custGeom>
              <a:avLst/>
              <a:gdLst/>
              <a:ahLst/>
              <a:cxnLst/>
              <a:rect l="l" t="t" r="r" b="b"/>
              <a:pathLst>
                <a:path w="116" h="115" extrusionOk="0">
                  <a:moveTo>
                    <a:pt x="114" y="115"/>
                  </a:moveTo>
                  <a:cubicBezTo>
                    <a:pt x="113" y="115"/>
                    <a:pt x="112" y="114"/>
                    <a:pt x="112" y="11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5"/>
                    <a:pt x="114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5">
              <a:extLst>
                <a:ext uri="{FF2B5EF4-FFF2-40B4-BE49-F238E27FC236}">
                  <a16:creationId xmlns:a16="http://schemas.microsoft.com/office/drawing/2014/main" id="{C4A3CA85-0C7C-A63F-18EE-302ACDD5C0B2}"/>
                </a:ext>
              </a:extLst>
            </p:cNvPr>
            <p:cNvSpPr/>
            <p:nvPr/>
          </p:nvSpPr>
          <p:spPr>
            <a:xfrm>
              <a:off x="6286513" y="1275538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5">
              <a:extLst>
                <a:ext uri="{FF2B5EF4-FFF2-40B4-BE49-F238E27FC236}">
                  <a16:creationId xmlns:a16="http://schemas.microsoft.com/office/drawing/2014/main" id="{A61A1AD3-0966-6119-2D1A-CB0E7896B058}"/>
                </a:ext>
              </a:extLst>
            </p:cNvPr>
            <p:cNvSpPr/>
            <p:nvPr/>
          </p:nvSpPr>
          <p:spPr>
            <a:xfrm>
              <a:off x="5775338" y="8786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5">
              <a:extLst>
                <a:ext uri="{FF2B5EF4-FFF2-40B4-BE49-F238E27FC236}">
                  <a16:creationId xmlns:a16="http://schemas.microsoft.com/office/drawing/2014/main" id="{62CEB8BC-069D-DA51-8695-33D42652A469}"/>
                </a:ext>
              </a:extLst>
            </p:cNvPr>
            <p:cNvSpPr/>
            <p:nvPr/>
          </p:nvSpPr>
          <p:spPr>
            <a:xfrm>
              <a:off x="6002351" y="110567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5">
              <a:extLst>
                <a:ext uri="{FF2B5EF4-FFF2-40B4-BE49-F238E27FC236}">
                  <a16:creationId xmlns:a16="http://schemas.microsoft.com/office/drawing/2014/main" id="{C5345599-A20E-4D6E-DE70-14C0154FA197}"/>
                </a:ext>
              </a:extLst>
            </p:cNvPr>
            <p:cNvSpPr/>
            <p:nvPr/>
          </p:nvSpPr>
          <p:spPr>
            <a:xfrm>
              <a:off x="6227776" y="1331100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7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5">
              <a:extLst>
                <a:ext uri="{FF2B5EF4-FFF2-40B4-BE49-F238E27FC236}">
                  <a16:creationId xmlns:a16="http://schemas.microsoft.com/office/drawing/2014/main" id="{18B21CE1-8146-8343-EFCB-B6E6FC117610}"/>
                </a:ext>
              </a:extLst>
            </p:cNvPr>
            <p:cNvSpPr/>
            <p:nvPr/>
          </p:nvSpPr>
          <p:spPr>
            <a:xfrm>
              <a:off x="5719776" y="9358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5">
              <a:extLst>
                <a:ext uri="{FF2B5EF4-FFF2-40B4-BE49-F238E27FC236}">
                  <a16:creationId xmlns:a16="http://schemas.microsoft.com/office/drawing/2014/main" id="{BC28ED23-CFFE-9956-7FFB-D1BB9E933C09}"/>
                </a:ext>
              </a:extLst>
            </p:cNvPr>
            <p:cNvSpPr/>
            <p:nvPr/>
          </p:nvSpPr>
          <p:spPr>
            <a:xfrm>
              <a:off x="5945201" y="1161238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5">
              <a:extLst>
                <a:ext uri="{FF2B5EF4-FFF2-40B4-BE49-F238E27FC236}">
                  <a16:creationId xmlns:a16="http://schemas.microsoft.com/office/drawing/2014/main" id="{FA805F8E-6AD7-70BE-5107-59F2FCB54790}"/>
                </a:ext>
              </a:extLst>
            </p:cNvPr>
            <p:cNvSpPr/>
            <p:nvPr/>
          </p:nvSpPr>
          <p:spPr>
            <a:xfrm>
              <a:off x="5662626" y="9913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5">
              <a:extLst>
                <a:ext uri="{FF2B5EF4-FFF2-40B4-BE49-F238E27FC236}">
                  <a16:creationId xmlns:a16="http://schemas.microsoft.com/office/drawing/2014/main" id="{85899C59-ED10-E3A0-A750-9889795ACE97}"/>
                </a:ext>
              </a:extLst>
            </p:cNvPr>
            <p:cNvSpPr/>
            <p:nvPr/>
          </p:nvSpPr>
          <p:spPr>
            <a:xfrm>
              <a:off x="5889638" y="1218388"/>
              <a:ext cx="234958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5">
              <a:extLst>
                <a:ext uri="{FF2B5EF4-FFF2-40B4-BE49-F238E27FC236}">
                  <a16:creationId xmlns:a16="http://schemas.microsoft.com/office/drawing/2014/main" id="{4D4F2A6F-45C9-921C-67F3-11E5A742B080}"/>
                </a:ext>
              </a:extLst>
            </p:cNvPr>
            <p:cNvSpPr/>
            <p:nvPr/>
          </p:nvSpPr>
          <p:spPr>
            <a:xfrm>
              <a:off x="5603888" y="104852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5">
              <a:extLst>
                <a:ext uri="{FF2B5EF4-FFF2-40B4-BE49-F238E27FC236}">
                  <a16:creationId xmlns:a16="http://schemas.microsoft.com/office/drawing/2014/main" id="{E9FBE235-5C13-7A02-FB1B-014098D660A3}"/>
                </a:ext>
              </a:extLst>
            </p:cNvPr>
            <p:cNvSpPr/>
            <p:nvPr/>
          </p:nvSpPr>
          <p:spPr>
            <a:xfrm>
              <a:off x="5832488" y="1277125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3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5">
              <a:extLst>
                <a:ext uri="{FF2B5EF4-FFF2-40B4-BE49-F238E27FC236}">
                  <a16:creationId xmlns:a16="http://schemas.microsoft.com/office/drawing/2014/main" id="{9A2CEC9F-6D3A-F6A4-5062-B61EA1BEAE2E}"/>
                </a:ext>
              </a:extLst>
            </p:cNvPr>
            <p:cNvSpPr/>
            <p:nvPr/>
          </p:nvSpPr>
          <p:spPr>
            <a:xfrm>
              <a:off x="5548326" y="1107263"/>
              <a:ext cx="234958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5">
              <a:extLst>
                <a:ext uri="{FF2B5EF4-FFF2-40B4-BE49-F238E27FC236}">
                  <a16:creationId xmlns:a16="http://schemas.microsoft.com/office/drawing/2014/main" id="{C2B05E0F-D510-EF8E-8739-62272D27FA01}"/>
                </a:ext>
              </a:extLst>
            </p:cNvPr>
            <p:cNvSpPr/>
            <p:nvPr/>
          </p:nvSpPr>
          <p:spPr>
            <a:xfrm>
              <a:off x="5773751" y="1332688"/>
              <a:ext cx="236351" cy="23322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5">
              <a:extLst>
                <a:ext uri="{FF2B5EF4-FFF2-40B4-BE49-F238E27FC236}">
                  <a16:creationId xmlns:a16="http://schemas.microsoft.com/office/drawing/2014/main" id="{2E80AE94-7245-156F-14FC-EE3AB88D302C}"/>
                </a:ext>
              </a:extLst>
            </p:cNvPr>
            <p:cNvSpPr/>
            <p:nvPr/>
          </p:nvSpPr>
          <p:spPr>
            <a:xfrm>
              <a:off x="5491176" y="116441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5">
              <a:extLst>
                <a:ext uri="{FF2B5EF4-FFF2-40B4-BE49-F238E27FC236}">
                  <a16:creationId xmlns:a16="http://schemas.microsoft.com/office/drawing/2014/main" id="{C705A1A9-479B-036A-D1DE-4E1545DAEB63}"/>
                </a:ext>
              </a:extLst>
            </p:cNvPr>
            <p:cNvSpPr/>
            <p:nvPr/>
          </p:nvSpPr>
          <p:spPr>
            <a:xfrm>
              <a:off x="5434026" y="1219975"/>
              <a:ext cx="236351" cy="234791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3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1"/>
                    <a:pt x="0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5">
              <a:extLst>
                <a:ext uri="{FF2B5EF4-FFF2-40B4-BE49-F238E27FC236}">
                  <a16:creationId xmlns:a16="http://schemas.microsoft.com/office/drawing/2014/main" id="{BC1F6E75-FBDD-D8AF-387C-257FA0AB5773}"/>
                </a:ext>
              </a:extLst>
            </p:cNvPr>
            <p:cNvSpPr/>
            <p:nvPr/>
          </p:nvSpPr>
          <p:spPr>
            <a:xfrm>
              <a:off x="5375288" y="1277125"/>
              <a:ext cx="236351" cy="233410"/>
            </a:xfrm>
            <a:custGeom>
              <a:avLst/>
              <a:gdLst/>
              <a:ahLst/>
              <a:cxnLst/>
              <a:rect l="l" t="t" r="r" b="b"/>
              <a:pathLst>
                <a:path w="117" h="116" extrusionOk="0">
                  <a:moveTo>
                    <a:pt x="115" y="116"/>
                  </a:moveTo>
                  <a:cubicBezTo>
                    <a:pt x="114" y="116"/>
                    <a:pt x="113" y="115"/>
                    <a:pt x="113" y="11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7" y="115"/>
                    <a:pt x="116" y="116"/>
                    <a:pt x="115" y="11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5">
              <a:extLst>
                <a:ext uri="{FF2B5EF4-FFF2-40B4-BE49-F238E27FC236}">
                  <a16:creationId xmlns:a16="http://schemas.microsoft.com/office/drawing/2014/main" id="{17FF08C0-7294-C762-98F6-FEE073A191CF}"/>
                </a:ext>
              </a:extLst>
            </p:cNvPr>
            <p:cNvSpPr/>
            <p:nvPr/>
          </p:nvSpPr>
          <p:spPr>
            <a:xfrm>
              <a:off x="5319726" y="1335863"/>
              <a:ext cx="236351" cy="231854"/>
            </a:xfrm>
            <a:custGeom>
              <a:avLst/>
              <a:gdLst/>
              <a:ahLst/>
              <a:cxnLst/>
              <a:rect l="l" t="t" r="r" b="b"/>
              <a:pathLst>
                <a:path w="117" h="115" extrusionOk="0">
                  <a:moveTo>
                    <a:pt x="115" y="115"/>
                  </a:moveTo>
                  <a:cubicBezTo>
                    <a:pt x="114" y="115"/>
                    <a:pt x="113" y="114"/>
                    <a:pt x="113" y="113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7" y="114"/>
                    <a:pt x="116" y="115"/>
                    <a:pt x="115" y="1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89356F-AE19-7CFE-CDA3-A19810661473}"/>
              </a:ext>
            </a:extLst>
          </p:cNvPr>
          <p:cNvSpPr txBox="1"/>
          <p:nvPr/>
        </p:nvSpPr>
        <p:spPr>
          <a:xfrm>
            <a:off x="6858000" y="469765"/>
            <a:ext cx="15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+mj-lt"/>
              </a:rPr>
              <a:t>ConQ</a:t>
            </a:r>
            <a:r>
              <a:rPr lang="en-US" sz="2800" b="1">
                <a:solidFill>
                  <a:schemeClr val="bg1"/>
                </a:solidFill>
                <a:latin typeface="+mj-lt"/>
              </a:rPr>
              <a:t>999</a:t>
            </a:r>
          </a:p>
        </p:txBody>
      </p:sp>
    </p:spTree>
    <p:extLst>
      <p:ext uri="{BB962C8B-B14F-4D97-AF65-F5344CB8AC3E}">
        <p14:creationId xmlns:p14="http://schemas.microsoft.com/office/powerpoint/2010/main" val="3032924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Các bài học được rút ra</a:t>
            </a:r>
            <a:endParaRPr/>
          </a:p>
        </p:txBody>
      </p:sp>
      <p:sp>
        <p:nvSpPr>
          <p:cNvPr id="1952" name="Google Shape;1952;p45"/>
          <p:cNvSpPr/>
          <p:nvPr/>
        </p:nvSpPr>
        <p:spPr>
          <a:xfrm>
            <a:off x="3540050" y="1218875"/>
            <a:ext cx="176400" cy="1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45"/>
          <p:cNvSpPr/>
          <p:nvPr/>
        </p:nvSpPr>
        <p:spPr>
          <a:xfrm>
            <a:off x="5427750" y="1218875"/>
            <a:ext cx="176400" cy="1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p45"/>
          <p:cNvSpPr txBox="1"/>
          <p:nvPr/>
        </p:nvSpPr>
        <p:spPr>
          <a:xfrm flipH="1">
            <a:off x="2722050" y="171975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 </a:t>
            </a:r>
            <a:r>
              <a:rPr lang="vi-V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Mô hình đơn giản có thể tốt hơn mô hình phức tạp</a:t>
            </a:r>
            <a:endParaRPr lang="en-GB" sz="1200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sp>
        <p:nvSpPr>
          <p:cNvPr id="1957" name="Google Shape;1957;p45"/>
          <p:cNvSpPr txBox="1"/>
          <p:nvPr/>
        </p:nvSpPr>
        <p:spPr>
          <a:xfrm flipH="1">
            <a:off x="4609750" y="171975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Các mô hình tuyến tính phù hợp với dự báo dài hạn khi kết hợp với kỹ thuật phù hợp</a:t>
            </a:r>
            <a:endParaRPr sz="1000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cxnSp>
        <p:nvCxnSpPr>
          <p:cNvPr id="1960" name="Google Shape;1960;p45"/>
          <p:cNvCxnSpPr>
            <a:stCxn id="1952" idx="3"/>
            <a:endCxn id="1953" idx="1"/>
          </p:cNvCxnSpPr>
          <p:nvPr/>
        </p:nvCxnSpPr>
        <p:spPr>
          <a:xfrm>
            <a:off x="3716450" y="1307075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3" name="Google Shape;1963;p45"/>
          <p:cNvCxnSpPr>
            <a:cxnSpLocks/>
            <a:stCxn id="1952" idx="2"/>
            <a:endCxn id="1956" idx="0"/>
          </p:cNvCxnSpPr>
          <p:nvPr/>
        </p:nvCxnSpPr>
        <p:spPr>
          <a:xfrm>
            <a:off x="3628250" y="1395275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45"/>
          <p:cNvCxnSpPr>
            <a:stCxn id="1953" idx="2"/>
            <a:endCxn id="1957" idx="0"/>
          </p:cNvCxnSpPr>
          <p:nvPr/>
        </p:nvCxnSpPr>
        <p:spPr>
          <a:xfrm>
            <a:off x="5515950" y="1395275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7" name="Google Shape;1967;p45"/>
          <p:cNvSpPr/>
          <p:nvPr/>
        </p:nvSpPr>
        <p:spPr>
          <a:xfrm>
            <a:off x="3338850" y="3381113"/>
            <a:ext cx="176400" cy="1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45"/>
          <p:cNvSpPr/>
          <p:nvPr/>
        </p:nvSpPr>
        <p:spPr>
          <a:xfrm>
            <a:off x="5226550" y="3381113"/>
            <a:ext cx="176400" cy="1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p45"/>
          <p:cNvSpPr txBox="1"/>
          <p:nvPr/>
        </p:nvSpPr>
        <p:spPr>
          <a:xfrm flipH="1">
            <a:off x="2520850" y="3881988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 Feature Engineering và Feature Selection quan trọng</a:t>
            </a:r>
            <a:endParaRPr sz="1000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sp>
        <p:nvSpPr>
          <p:cNvPr id="1972" name="Google Shape;1972;p45"/>
          <p:cNvSpPr txBox="1"/>
          <p:nvPr/>
        </p:nvSpPr>
        <p:spPr>
          <a:xfrm flipH="1">
            <a:off x="4408550" y="3881988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05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TimeSeriesSplit giúp học được pattern bias từ validation folds</a:t>
            </a:r>
            <a:endParaRPr sz="1050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cxnSp>
        <p:nvCxnSpPr>
          <p:cNvPr id="1975" name="Google Shape;1975;p45"/>
          <p:cNvCxnSpPr>
            <a:stCxn id="1967" idx="3"/>
            <a:endCxn id="1968" idx="1"/>
          </p:cNvCxnSpPr>
          <p:nvPr/>
        </p:nvCxnSpPr>
        <p:spPr>
          <a:xfrm>
            <a:off x="3515250" y="3469313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8" name="Google Shape;1978;p45"/>
          <p:cNvCxnSpPr>
            <a:stCxn id="1967" idx="2"/>
            <a:endCxn id="1971" idx="0"/>
          </p:cNvCxnSpPr>
          <p:nvPr/>
        </p:nvCxnSpPr>
        <p:spPr>
          <a:xfrm>
            <a:off x="3427050" y="3557513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9" name="Google Shape;1979;p45"/>
          <p:cNvCxnSpPr>
            <a:stCxn id="1968" idx="2"/>
            <a:endCxn id="1972" idx="0"/>
          </p:cNvCxnSpPr>
          <p:nvPr/>
        </p:nvCxnSpPr>
        <p:spPr>
          <a:xfrm>
            <a:off x="5314750" y="3557513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2" name="Google Shape;1982;p45"/>
          <p:cNvCxnSpPr>
            <a:cxnSpLocks/>
            <a:stCxn id="1953" idx="3"/>
            <a:endCxn id="1967" idx="1"/>
          </p:cNvCxnSpPr>
          <p:nvPr/>
        </p:nvCxnSpPr>
        <p:spPr>
          <a:xfrm flipH="1">
            <a:off x="3338850" y="1307075"/>
            <a:ext cx="2265300" cy="2162238"/>
          </a:xfrm>
          <a:prstGeom prst="bentConnector5">
            <a:avLst>
              <a:gd name="adj1" fmla="val -33664"/>
              <a:gd name="adj2" fmla="val 56766"/>
              <a:gd name="adj3" fmla="val 11009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Google Shape;1952;p45">
            <a:extLst>
              <a:ext uri="{FF2B5EF4-FFF2-40B4-BE49-F238E27FC236}">
                <a16:creationId xmlns:a16="http://schemas.microsoft.com/office/drawing/2014/main" id="{983C41A5-70D0-A89D-93A3-6D0DBC807FE2}"/>
              </a:ext>
            </a:extLst>
          </p:cNvPr>
          <p:cNvSpPr/>
          <p:nvPr/>
        </p:nvSpPr>
        <p:spPr>
          <a:xfrm>
            <a:off x="1652400" y="1218875"/>
            <a:ext cx="176400" cy="1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956;p45">
            <a:extLst>
              <a:ext uri="{FF2B5EF4-FFF2-40B4-BE49-F238E27FC236}">
                <a16:creationId xmlns:a16="http://schemas.microsoft.com/office/drawing/2014/main" id="{62D3A376-EC50-45CE-41CC-80C771E92200}"/>
              </a:ext>
            </a:extLst>
          </p:cNvPr>
          <p:cNvSpPr txBox="1"/>
          <p:nvPr/>
        </p:nvSpPr>
        <p:spPr>
          <a:xfrm flipH="1">
            <a:off x="834400" y="1719750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Các mô hình tuyến tính có khả năng nắm bắt pattern cơ bản trong dữ liệu tài chính</a:t>
            </a:r>
            <a:endParaRPr sz="800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cxnSp>
        <p:nvCxnSpPr>
          <p:cNvPr id="4" name="Google Shape;1960;p45">
            <a:extLst>
              <a:ext uri="{FF2B5EF4-FFF2-40B4-BE49-F238E27FC236}">
                <a16:creationId xmlns:a16="http://schemas.microsoft.com/office/drawing/2014/main" id="{13BA6372-F1FD-E125-F0B6-4CE23C5B25C9}"/>
              </a:ext>
            </a:extLst>
          </p:cNvPr>
          <p:cNvCxnSpPr>
            <a:stCxn id="2" idx="3"/>
          </p:cNvCxnSpPr>
          <p:nvPr/>
        </p:nvCxnSpPr>
        <p:spPr>
          <a:xfrm>
            <a:off x="1828800" y="1307075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" name="Google Shape;1963;p45">
            <a:extLst>
              <a:ext uri="{FF2B5EF4-FFF2-40B4-BE49-F238E27FC236}">
                <a16:creationId xmlns:a16="http://schemas.microsoft.com/office/drawing/2014/main" id="{5301FBFE-9DEA-9146-3DF5-FD015BAB490E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1740600" y="1395275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1968;p45">
            <a:extLst>
              <a:ext uri="{FF2B5EF4-FFF2-40B4-BE49-F238E27FC236}">
                <a16:creationId xmlns:a16="http://schemas.microsoft.com/office/drawing/2014/main" id="{24BC6608-4E54-3877-73E8-0901288FC1B0}"/>
              </a:ext>
            </a:extLst>
          </p:cNvPr>
          <p:cNvSpPr/>
          <p:nvPr/>
        </p:nvSpPr>
        <p:spPr>
          <a:xfrm>
            <a:off x="7114249" y="3381113"/>
            <a:ext cx="176400" cy="1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972;p45">
            <a:extLst>
              <a:ext uri="{FF2B5EF4-FFF2-40B4-BE49-F238E27FC236}">
                <a16:creationId xmlns:a16="http://schemas.microsoft.com/office/drawing/2014/main" id="{2A6831C7-93CD-4C6F-83DB-B9794365740D}"/>
              </a:ext>
            </a:extLst>
          </p:cNvPr>
          <p:cNvSpPr txBox="1"/>
          <p:nvPr/>
        </p:nvSpPr>
        <p:spPr>
          <a:xfrm flipH="1">
            <a:off x="6296249" y="3881988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Be Vietnam Pro" pitchFamily="2" charset="0"/>
                <a:ea typeface="Hind"/>
                <a:cs typeface="Hind"/>
                <a:sym typeface="Hind"/>
              </a:rPr>
              <a:t>Các kiến thức đa ngành có thể bổ trợ rất tốt cho việc giải quyết bài toán</a:t>
            </a:r>
            <a:endParaRPr sz="1200">
              <a:solidFill>
                <a:schemeClr val="dk1"/>
              </a:solidFill>
              <a:latin typeface="Be Vietnam Pro" pitchFamily="2" charset="0"/>
              <a:ea typeface="Hind"/>
              <a:cs typeface="Hind"/>
              <a:sym typeface="Hind"/>
            </a:endParaRPr>
          </a:p>
        </p:txBody>
      </p:sp>
      <p:cxnSp>
        <p:nvCxnSpPr>
          <p:cNvPr id="10" name="Google Shape;1975;p45">
            <a:extLst>
              <a:ext uri="{FF2B5EF4-FFF2-40B4-BE49-F238E27FC236}">
                <a16:creationId xmlns:a16="http://schemas.microsoft.com/office/drawing/2014/main" id="{3AC8B2CE-679F-E3C0-C560-CA02B4196FF2}"/>
              </a:ext>
            </a:extLst>
          </p:cNvPr>
          <p:cNvCxnSpPr>
            <a:endCxn id="7" idx="1"/>
          </p:cNvCxnSpPr>
          <p:nvPr/>
        </p:nvCxnSpPr>
        <p:spPr>
          <a:xfrm>
            <a:off x="5402949" y="3469313"/>
            <a:ext cx="171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979;p45">
            <a:extLst>
              <a:ext uri="{FF2B5EF4-FFF2-40B4-BE49-F238E27FC236}">
                <a16:creationId xmlns:a16="http://schemas.microsoft.com/office/drawing/2014/main" id="{D297D7AB-3848-32D2-DE27-3F8B66971D8D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7202449" y="3557513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50"/>
          <p:cNvSpPr txBox="1">
            <a:spLocks noGrp="1"/>
          </p:cNvSpPr>
          <p:nvPr>
            <p:ph type="title"/>
          </p:nvPr>
        </p:nvSpPr>
        <p:spPr>
          <a:xfrm>
            <a:off x="2347988" y="1667988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039" name="Google Shape;2039;p50"/>
          <p:cNvSpPr txBox="1">
            <a:spLocks noGrp="1"/>
          </p:cNvSpPr>
          <p:nvPr>
            <p:ph type="subTitle" idx="1"/>
          </p:nvPr>
        </p:nvSpPr>
        <p:spPr>
          <a:xfrm>
            <a:off x="2347950" y="267062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Do you have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ganizational Structure Project Proposal by Slidesgo">
  <a:themeElements>
    <a:clrScheme name="Simple Light">
      <a:dk1>
        <a:srgbClr val="444242"/>
      </a:dk1>
      <a:lt1>
        <a:srgbClr val="CE644C"/>
      </a:lt1>
      <a:dk2>
        <a:srgbClr val="F8F8F8"/>
      </a:dk2>
      <a:lt2>
        <a:srgbClr val="9C5644"/>
      </a:lt2>
      <a:accent1>
        <a:srgbClr val="797776"/>
      </a:accent1>
      <a:accent2>
        <a:srgbClr val="BEBEBB"/>
      </a:accent2>
      <a:accent3>
        <a:srgbClr val="E5E5E3"/>
      </a:accent3>
      <a:accent4>
        <a:srgbClr val="FFFFFF"/>
      </a:accent4>
      <a:accent5>
        <a:srgbClr val="FFFFFF"/>
      </a:accent5>
      <a:accent6>
        <a:srgbClr val="FFFFFF"/>
      </a:accent6>
      <a:hlink>
        <a:srgbClr val="444242"/>
      </a:hlink>
      <a:folHlink>
        <a:srgbClr val="0097A7"/>
      </a:folHlink>
    </a:clrScheme>
    <a:fontScheme name="Slide AIO">
      <a:majorFont>
        <a:latin typeface="Barlow"/>
        <a:ea typeface=""/>
        <a:cs typeface=""/>
      </a:majorFont>
      <a:minorFont>
        <a:latin typeface="Be Vietnam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726</Words>
  <Application>Microsoft Office PowerPoint</Application>
  <PresentationFormat>On-screen Show (16:9)</PresentationFormat>
  <Paragraphs>105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Open Sans</vt:lpstr>
      <vt:lpstr>Hind</vt:lpstr>
      <vt:lpstr>Calibri</vt:lpstr>
      <vt:lpstr>Be Vietnam Pro</vt:lpstr>
      <vt:lpstr>Nunito Light</vt:lpstr>
      <vt:lpstr>Arial</vt:lpstr>
      <vt:lpstr>Barlow</vt:lpstr>
      <vt:lpstr>Anaheim</vt:lpstr>
      <vt:lpstr>Organizational Structure Project Proposal by Slidesgo</vt:lpstr>
      <vt:lpstr>Project: Dự Báo Giá Cổ Phiếu FPT</vt:lpstr>
      <vt:lpstr>Thành viên Team</vt:lpstr>
      <vt:lpstr>Table of contents</vt:lpstr>
      <vt:lpstr>Objectives of the project</vt:lpstr>
      <vt:lpstr>Vấn đề hiện tại</vt:lpstr>
      <vt:lpstr>Mục tiêu</vt:lpstr>
      <vt:lpstr>Objectives</vt:lpstr>
      <vt:lpstr>Structure of the project</vt:lpstr>
      <vt:lpstr>Project Overview</vt:lpstr>
      <vt:lpstr>Upgrade of the project</vt:lpstr>
      <vt:lpstr>Các nâng cấp</vt:lpstr>
      <vt:lpstr>Result</vt:lpstr>
      <vt:lpstr>Kết quả Thực nghiệm </vt:lpstr>
      <vt:lpstr>Streamlit UI</vt:lpstr>
      <vt:lpstr>LIVE DEMO APP</vt:lpstr>
      <vt:lpstr>Conlusion</vt:lpstr>
      <vt:lpstr>Các bài học được rút ra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Khánh KDN</dc:creator>
  <cp:lastModifiedBy>Khánh KDN</cp:lastModifiedBy>
  <cp:revision>2</cp:revision>
  <dcterms:modified xsi:type="dcterms:W3CDTF">2025-12-06T09:03:56Z</dcterms:modified>
</cp:coreProperties>
</file>